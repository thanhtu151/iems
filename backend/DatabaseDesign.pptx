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74" r:id="rId5"/>
    <p:sldMasterId id="2147483676" r:id="rId6"/>
    <p:sldMasterId id="2147483678" r:id="rId7"/>
    <p:sldMasterId id="2147483680" r:id="rId8"/>
  </p:sldMasterIdLst>
  <p:notesMasterIdLst>
    <p:notesMasterId r:id="rId10"/>
  </p:notesMasterIdLst>
  <p:sldIdLst>
    <p:sldId id="257" r:id="rId9"/>
    <p:sldId id="258" r:id="rId11"/>
    <p:sldId id="259" r:id="rId12"/>
    <p:sldId id="260" r:id="rId13"/>
    <p:sldId id="261" r:id="rId14"/>
    <p:sldId id="263" r:id="rId15"/>
    <p:sldId id="264" r:id="rId16"/>
    <p:sldId id="280" r:id="rId17"/>
    <p:sldId id="276" r:id="rId18"/>
    <p:sldId id="267" r:id="rId19"/>
    <p:sldId id="268" r:id="rId20"/>
    <p:sldId id="269" r:id="rId21"/>
    <p:sldId id="278" r:id="rId22"/>
    <p:sldId id="279" r:id="rId23"/>
    <p:sldId id="271" r:id="rId24"/>
  </p:sldIdLst>
  <p:sldSz cx="12192000" cy="6858000"/>
  <p:notesSz cx="6858000" cy="914400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2" userDrawn="1">
          <p15:clr>
            <a:srgbClr val="A4A3A4"/>
          </p15:clr>
        </p15:guide>
        <p15:guide id="2" pos="38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02"/>
        <p:guide pos="386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8" Type="http://schemas.openxmlformats.org/officeDocument/2006/relationships/tags" Target="tags/tag280.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image" Target="../media/image2.png"/><Relationship Id="rId2" Type="http://schemas.openxmlformats.org/officeDocument/2006/relationships/tags" Target="../tags/tag22.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image" Target="../media/image3.png"/><Relationship Id="rId2" Type="http://schemas.openxmlformats.org/officeDocument/2006/relationships/tags" Target="../tags/tag2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image" Target="../media/image1.png"/><Relationship Id="rId2" Type="http://schemas.openxmlformats.org/officeDocument/2006/relationships/tags" Target="../tags/tag66.xml"/><Relationship Id="rId15" Type="http://schemas.openxmlformats.org/officeDocument/2006/relationships/tags" Target="../tags/tag78.xml"/><Relationship Id="rId14" Type="http://schemas.openxmlformats.org/officeDocument/2006/relationships/tags" Target="../tags/tag77.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11" name="图片 10" descr="幻灯片1"/>
          <p:cNvPicPr>
            <a:picLocks noChangeAspect="1"/>
          </p:cNvPicPr>
          <p:nvPr>
            <p:custDataLst>
              <p:tags r:id="rId2"/>
            </p:custDataLst>
          </p:nvPr>
        </p:nvPicPr>
        <p:blipFill>
          <a:blip r:embed="rId3">
            <a:duotone>
              <a:prstClr val="black"/>
              <a:schemeClr val="accent1">
                <a:tint val="45000"/>
                <a:satMod val="400000"/>
              </a:schemeClr>
            </a:duotone>
            <a:lum bright="24000" contrast="42000"/>
          </a:blip>
          <a:stretch>
            <a:fillRect/>
          </a:stretch>
        </p:blipFill>
        <p:spPr>
          <a:xfrm>
            <a:off x="0" y="0"/>
            <a:ext cx="12192000" cy="6858000"/>
          </a:xfrm>
          <a:prstGeom prst="rect">
            <a:avLst/>
          </a:prstGeom>
        </p:spPr>
      </p:pic>
      <p:sp>
        <p:nvSpPr>
          <p:cNvPr id="10" name="署名"/>
          <p:cNvSpPr txBox="1">
            <a:spLocks noGrp="1"/>
          </p:cNvSpPr>
          <p:nvPr>
            <p:ph type="body" idx="14" hasCustomPrompt="1"/>
            <p:custDataLst>
              <p:tags r:id="rId4"/>
            </p:custDataLst>
          </p:nvPr>
        </p:nvSpPr>
        <p:spPr>
          <a:xfrm>
            <a:off x="1398393" y="5001282"/>
            <a:ext cx="2880000" cy="421640"/>
          </a:xfrm>
          <a:prstGeom prst="rect">
            <a:avLst/>
          </a:prstGeom>
          <a:noFill/>
        </p:spPr>
        <p:txBody>
          <a:bodyPr wrap="square" lIns="0" tIns="0" rIns="0" bIns="0" rtlCol="0" anchor="ctr">
            <a:normAutofit/>
          </a:bodyPr>
          <a:lstStyle>
            <a:lvl1pPr marL="0" marR="0" algn="l" defTabSz="914400" rtl="0" eaLnBrk="1" fontAlgn="auto" latinLnBrk="0" hangingPunct="1">
              <a:lnSpc>
                <a:spcPct val="150000"/>
              </a:lnSpc>
              <a:buClrTx/>
              <a:buSzTx/>
              <a:buFontTx/>
              <a:buNone/>
              <a:defRPr kumimoji="0" lang="en-US" sz="1400" b="0" i="0" u="none" strike="noStrike" kern="1200" cap="none" spc="0" normalizeH="0" baseline="0" noProof="1" dirty="0">
                <a:solidFill>
                  <a:srgbClr val="FFFFFF"/>
                </a:solidFill>
                <a:latin typeface="+mn-lt"/>
              </a:defRPr>
            </a:lvl1pPr>
          </a:lstStyle>
          <a:p>
            <a:pPr lvl="0" algn="l">
              <a:lnSpc>
                <a:spcPct val="150000"/>
              </a:lnSpc>
            </a:pPr>
            <a:r>
              <a:rPr lang="en-US" dirty="0">
                <a:latin typeface="+mn-lt"/>
                <a:sym typeface="+mn-ea"/>
              </a:rPr>
              <a:t>Click to add text</a:t>
            </a:r>
            <a:endParaRPr lang="en-US" dirty="0">
              <a:sym typeface="+mn-ea"/>
            </a:endParaRPr>
          </a:p>
        </p:txBody>
      </p:sp>
      <p:sp>
        <p:nvSpPr>
          <p:cNvPr id="9" name="副标题"/>
          <p:cNvSpPr txBox="1">
            <a:spLocks noGrp="1"/>
          </p:cNvSpPr>
          <p:nvPr>
            <p:ph type="body" idx="13" hasCustomPrompt="1"/>
            <p:custDataLst>
              <p:tags r:id="rId5"/>
            </p:custDataLst>
          </p:nvPr>
        </p:nvSpPr>
        <p:spPr>
          <a:xfrm>
            <a:off x="1178078" y="3631768"/>
            <a:ext cx="6681625" cy="719254"/>
          </a:xfrm>
          <a:prstGeom prst="rect">
            <a:avLst/>
          </a:prstGeom>
          <a:noFill/>
        </p:spPr>
        <p:txBody>
          <a:bodyPr wrap="square" lIns="0" tIns="0" rIns="0" bIns="0" rtlCol="0" anchor="t" anchorCtr="0">
            <a:normAutofit/>
          </a:bodyPr>
          <a:lstStyle>
            <a:lvl1pPr marL="0" marR="0" algn="l" defTabSz="914400" rtl="0" eaLnBrk="1" fontAlgn="auto" latinLnBrk="0" hangingPunct="1">
              <a:lnSpc>
                <a:spcPct val="100000"/>
              </a:lnSpc>
              <a:buClrTx/>
              <a:buSzTx/>
              <a:buFontTx/>
              <a:buNone/>
              <a:defRPr kumimoji="0" lang="en-US" sz="2000" b="0" i="0" u="none" strike="noStrike" kern="1200" cap="none" spc="0" normalizeH="0" baseline="0" noProof="1" dirty="0">
                <a:solidFill>
                  <a:schemeClr val="accent1"/>
                </a:solidFill>
                <a:uFillTx/>
                <a:latin typeface="+mj-lt"/>
              </a:defRPr>
            </a:lvl1pPr>
          </a:lstStyle>
          <a:p>
            <a:pPr lvl="0" algn="l"/>
            <a:r>
              <a:rPr dirty="0">
                <a:latin typeface="+mj-lt"/>
                <a:sym typeface="+mn-ea"/>
              </a:rPr>
              <a:t>Click to add text</a:t>
            </a:r>
            <a:endParaRPr dirty="0">
              <a:sym typeface="+mn-ea"/>
            </a:endParaRPr>
          </a:p>
        </p:txBody>
      </p:sp>
      <p:sp>
        <p:nvSpPr>
          <p:cNvPr id="8" name="标题"/>
          <p:cNvSpPr txBox="1">
            <a:spLocks noGrp="1"/>
          </p:cNvSpPr>
          <p:nvPr>
            <p:ph type="title" idx="9" hasCustomPrompt="1"/>
            <p:custDataLst>
              <p:tags r:id="rId6"/>
            </p:custDataLst>
          </p:nvPr>
        </p:nvSpPr>
        <p:spPr>
          <a:xfrm>
            <a:off x="1177925" y="715010"/>
            <a:ext cx="9223375" cy="2751455"/>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en-US" sz="5400" b="1" i="0" u="none" strike="noStrike" kern="1200" cap="none" spc="0" normalizeH="0" baseline="0" noProof="1" dirty="0">
                <a:solidFill>
                  <a:srgbClr val="FFFFFF"/>
                </a:solidFill>
                <a:uFillTx/>
                <a:latin typeface="+mj-lt"/>
              </a:defRPr>
            </a:lvl1pPr>
          </a:lstStyle>
          <a:p>
            <a:pPr lvl="0"/>
            <a:r>
              <a:rPr dirty="0">
                <a:latin typeface="+mj-lt"/>
                <a:sym typeface="+mn-ea"/>
              </a:rPr>
              <a:t>Click to add title</a:t>
            </a:r>
            <a:endParaRPr dirty="0">
              <a:sym typeface="+mn-ea"/>
            </a:endParaRPr>
          </a:p>
        </p:txBody>
      </p:sp>
      <p:sp>
        <p:nvSpPr>
          <p:cNvPr id="7" name="矩形 6"/>
          <p:cNvSpPr/>
          <p:nvPr>
            <p:custDataLst>
              <p:tags r:id="rId7"/>
            </p:custDataLst>
          </p:nvPr>
        </p:nvSpPr>
        <p:spPr>
          <a:xfrm>
            <a:off x="1178079" y="5118884"/>
            <a:ext cx="64800" cy="25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7" name="任意多边形: 形状 16"/>
          <p:cNvSpPr/>
          <p:nvPr>
            <p:custDataLst>
              <p:tags r:id="rId8"/>
            </p:custDataLst>
          </p:nvPr>
        </p:nvSpPr>
        <p:spPr>
          <a:xfrm>
            <a:off x="509572" y="487000"/>
            <a:ext cx="228600" cy="22860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en-US"/>
          </a:p>
        </p:txBody>
      </p:sp>
      <p:sp>
        <p:nvSpPr>
          <p:cNvPr id="18" name="任意多边形: 形状 17"/>
          <p:cNvSpPr/>
          <p:nvPr>
            <p:custDataLst>
              <p:tags r:id="rId9"/>
            </p:custDataLst>
          </p:nvPr>
        </p:nvSpPr>
        <p:spPr>
          <a:xfrm>
            <a:off x="537845" y="534670"/>
            <a:ext cx="171450"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a:p>
        </p:txBody>
      </p:sp>
      <p:sp>
        <p:nvSpPr>
          <p:cNvPr id="19" name="任意多边形: 形状 18"/>
          <p:cNvSpPr/>
          <p:nvPr>
            <p:custDataLst>
              <p:tags r:id="rId10"/>
            </p:custDataLst>
          </p:nvPr>
        </p:nvSpPr>
        <p:spPr>
          <a:xfrm>
            <a:off x="537845" y="591820"/>
            <a:ext cx="171450"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a:p>
        </p:txBody>
      </p:sp>
      <p:sp>
        <p:nvSpPr>
          <p:cNvPr id="20" name="任意多边形: 形状 19"/>
          <p:cNvSpPr/>
          <p:nvPr>
            <p:custDataLst>
              <p:tags r:id="rId11"/>
            </p:custDataLst>
          </p:nvPr>
        </p:nvSpPr>
        <p:spPr>
          <a:xfrm>
            <a:off x="537845" y="648970"/>
            <a:ext cx="171450"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a:p>
        </p:txBody>
      </p:sp>
      <p:sp>
        <p:nvSpPr>
          <p:cNvPr id="13" name="任意多边形: 形状 12"/>
          <p:cNvSpPr/>
          <p:nvPr>
            <p:custDataLst>
              <p:tags r:id="rId12"/>
            </p:custDataLst>
          </p:nvPr>
        </p:nvSpPr>
        <p:spPr>
          <a:xfrm rot="13500000">
            <a:off x="11051540" y="5988685"/>
            <a:ext cx="789305" cy="6350"/>
          </a:xfrm>
          <a:custGeom>
            <a:avLst/>
            <a:gdLst>
              <a:gd name="connsiteX0" fmla="*/ 785936 w 789063"/>
              <a:gd name="connsiteY0" fmla="*/ 6019 h 6441"/>
              <a:gd name="connsiteX1" fmla="*/ 789157 w 789063"/>
              <a:gd name="connsiteY1" fmla="*/ 2798 h 6441"/>
              <a:gd name="connsiteX2" fmla="*/ 785936 w 789063"/>
              <a:gd name="connsiteY2" fmla="*/ -423 h 6441"/>
              <a:gd name="connsiteX3" fmla="*/ 785936 w 789063"/>
              <a:gd name="connsiteY3" fmla="*/ 6019 h 6441"/>
              <a:gd name="connsiteX4" fmla="*/ 785936 w 789063"/>
              <a:gd name="connsiteY4" fmla="*/ 6019 h 6441"/>
              <a:gd name="connsiteX5" fmla="*/ 93 w 789063"/>
              <a:gd name="connsiteY5" fmla="*/ 6019 h 6441"/>
              <a:gd name="connsiteX6" fmla="*/ 785936 w 789063"/>
              <a:gd name="connsiteY6" fmla="*/ 6019 h 6441"/>
              <a:gd name="connsiteX7" fmla="*/ 785936 w 789063"/>
              <a:gd name="connsiteY7" fmla="*/ -423 h 6441"/>
              <a:gd name="connsiteX8" fmla="*/ 93 w 789063"/>
              <a:gd name="connsiteY8" fmla="*/ -423 h 6441"/>
              <a:gd name="connsiteX9" fmla="*/ 93 w 789063"/>
              <a:gd name="connsiteY9" fmla="*/ 6019 h 6441"/>
              <a:gd name="connsiteX10" fmla="*/ 93 w 789063"/>
              <a:gd name="connsiteY10" fmla="*/ 6019 h 6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9063" h="6441">
                <a:moveTo>
                  <a:pt x="785936" y="6019"/>
                </a:moveTo>
                <a:cubicBezTo>
                  <a:pt x="787714" y="6019"/>
                  <a:pt x="789157" y="4576"/>
                  <a:pt x="789157" y="2798"/>
                </a:cubicBezTo>
                <a:cubicBezTo>
                  <a:pt x="789157" y="1019"/>
                  <a:pt x="787714" y="-423"/>
                  <a:pt x="785936" y="-423"/>
                </a:cubicBezTo>
                <a:cubicBezTo>
                  <a:pt x="785936" y="-423"/>
                  <a:pt x="785936" y="6019"/>
                  <a:pt x="785936" y="6019"/>
                </a:cubicBezTo>
                <a:cubicBezTo>
                  <a:pt x="785936" y="6019"/>
                  <a:pt x="785936" y="6019"/>
                  <a:pt x="785936" y="6019"/>
                </a:cubicBezTo>
                <a:close/>
                <a:moveTo>
                  <a:pt x="93" y="6019"/>
                </a:moveTo>
                <a:cubicBezTo>
                  <a:pt x="93" y="6019"/>
                  <a:pt x="785936" y="6019"/>
                  <a:pt x="785936" y="6019"/>
                </a:cubicBezTo>
                <a:cubicBezTo>
                  <a:pt x="785936" y="6019"/>
                  <a:pt x="785936" y="-423"/>
                  <a:pt x="785936" y="-423"/>
                </a:cubicBezTo>
                <a:cubicBezTo>
                  <a:pt x="785936" y="-423"/>
                  <a:pt x="93" y="-423"/>
                  <a:pt x="93" y="-423"/>
                </a:cubicBezTo>
                <a:cubicBezTo>
                  <a:pt x="93" y="-423"/>
                  <a:pt x="93" y="6019"/>
                  <a:pt x="93" y="6019"/>
                </a:cubicBezTo>
                <a:cubicBezTo>
                  <a:pt x="93" y="6019"/>
                  <a:pt x="93" y="6019"/>
                  <a:pt x="93" y="6019"/>
                </a:cubicBezTo>
                <a:close/>
              </a:path>
            </a:pathLst>
          </a:custGeom>
          <a:solidFill>
            <a:schemeClr val="accent1"/>
          </a:solidFill>
          <a:ln w="1601" cap="flat">
            <a:noFill/>
            <a:prstDash val="solid"/>
            <a:miter/>
          </a:ln>
        </p:spPr>
        <p:txBody>
          <a:bodyPr rtlCol="0" anchor="ctr"/>
          <a:lstStyle/>
          <a:p>
            <a:endParaRPr lang="en-US"/>
          </a:p>
        </p:txBody>
      </p:sp>
      <p:sp>
        <p:nvSpPr>
          <p:cNvPr id="14" name="任意多边形: 形状 13"/>
          <p:cNvSpPr/>
          <p:nvPr>
            <p:custDataLst>
              <p:tags r:id="rId13"/>
            </p:custDataLst>
          </p:nvPr>
        </p:nvSpPr>
        <p:spPr>
          <a:xfrm rot="13500000">
            <a:off x="10810240" y="5656580"/>
            <a:ext cx="756285" cy="6350"/>
          </a:xfrm>
          <a:custGeom>
            <a:avLst/>
            <a:gdLst>
              <a:gd name="connsiteX0" fmla="*/ 3132 w 756013"/>
              <a:gd name="connsiteY0" fmla="*/ -359 h 6441"/>
              <a:gd name="connsiteX1" fmla="*/ -89 w 756013"/>
              <a:gd name="connsiteY1" fmla="*/ 2861 h 6441"/>
              <a:gd name="connsiteX2" fmla="*/ 3132 w 756013"/>
              <a:gd name="connsiteY2" fmla="*/ 6082 h 6441"/>
              <a:gd name="connsiteX3" fmla="*/ 3132 w 756013"/>
              <a:gd name="connsiteY3" fmla="*/ -359 h 6441"/>
              <a:gd name="connsiteX4" fmla="*/ 3132 w 756013"/>
              <a:gd name="connsiteY4" fmla="*/ -359 h 6441"/>
              <a:gd name="connsiteX5" fmla="*/ 752704 w 756013"/>
              <a:gd name="connsiteY5" fmla="*/ 6082 h 6441"/>
              <a:gd name="connsiteX6" fmla="*/ 755925 w 756013"/>
              <a:gd name="connsiteY6" fmla="*/ 2861 h 6441"/>
              <a:gd name="connsiteX7" fmla="*/ 752704 w 756013"/>
              <a:gd name="connsiteY7" fmla="*/ -359 h 6441"/>
              <a:gd name="connsiteX8" fmla="*/ 752704 w 756013"/>
              <a:gd name="connsiteY8" fmla="*/ 6082 h 6441"/>
              <a:gd name="connsiteX9" fmla="*/ 752704 w 756013"/>
              <a:gd name="connsiteY9" fmla="*/ 6082 h 6441"/>
              <a:gd name="connsiteX10" fmla="*/ 3132 w 756013"/>
              <a:gd name="connsiteY10" fmla="*/ 6082 h 6441"/>
              <a:gd name="connsiteX11" fmla="*/ 752704 w 756013"/>
              <a:gd name="connsiteY11" fmla="*/ 6082 h 6441"/>
              <a:gd name="connsiteX12" fmla="*/ 752704 w 756013"/>
              <a:gd name="connsiteY12" fmla="*/ -359 h 6441"/>
              <a:gd name="connsiteX13" fmla="*/ 3132 w 756013"/>
              <a:gd name="connsiteY13" fmla="*/ -359 h 6441"/>
              <a:gd name="connsiteX14" fmla="*/ 3132 w 756013"/>
              <a:gd name="connsiteY14" fmla="*/ 6082 h 6441"/>
              <a:gd name="connsiteX15" fmla="*/ 3132 w 756013"/>
              <a:gd name="connsiteY15" fmla="*/ 6082 h 6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6013" h="6441">
                <a:moveTo>
                  <a:pt x="3132" y="-359"/>
                </a:moveTo>
                <a:cubicBezTo>
                  <a:pt x="1353" y="-359"/>
                  <a:pt x="-89" y="1083"/>
                  <a:pt x="-89" y="2861"/>
                </a:cubicBezTo>
                <a:cubicBezTo>
                  <a:pt x="-89" y="4641"/>
                  <a:pt x="1353" y="6082"/>
                  <a:pt x="3132" y="6082"/>
                </a:cubicBezTo>
                <a:cubicBezTo>
                  <a:pt x="3132" y="6082"/>
                  <a:pt x="3132" y="-359"/>
                  <a:pt x="3132" y="-359"/>
                </a:cubicBezTo>
                <a:cubicBezTo>
                  <a:pt x="3132" y="-359"/>
                  <a:pt x="3132" y="-359"/>
                  <a:pt x="3132" y="-359"/>
                </a:cubicBezTo>
                <a:close/>
                <a:moveTo>
                  <a:pt x="752704" y="6082"/>
                </a:moveTo>
                <a:cubicBezTo>
                  <a:pt x="754482" y="6082"/>
                  <a:pt x="755925" y="4641"/>
                  <a:pt x="755925" y="2861"/>
                </a:cubicBezTo>
                <a:cubicBezTo>
                  <a:pt x="755925" y="1083"/>
                  <a:pt x="754482" y="-359"/>
                  <a:pt x="752704" y="-359"/>
                </a:cubicBezTo>
                <a:cubicBezTo>
                  <a:pt x="752704" y="-359"/>
                  <a:pt x="752704" y="6082"/>
                  <a:pt x="752704" y="6082"/>
                </a:cubicBezTo>
                <a:cubicBezTo>
                  <a:pt x="752704" y="6082"/>
                  <a:pt x="752704" y="6082"/>
                  <a:pt x="752704" y="6082"/>
                </a:cubicBezTo>
                <a:close/>
                <a:moveTo>
                  <a:pt x="3132" y="6082"/>
                </a:moveTo>
                <a:cubicBezTo>
                  <a:pt x="3132" y="6082"/>
                  <a:pt x="752704" y="6082"/>
                  <a:pt x="752704" y="6082"/>
                </a:cubicBezTo>
                <a:cubicBezTo>
                  <a:pt x="752704" y="6082"/>
                  <a:pt x="752704" y="-359"/>
                  <a:pt x="752704" y="-359"/>
                </a:cubicBezTo>
                <a:cubicBezTo>
                  <a:pt x="752704" y="-359"/>
                  <a:pt x="3132" y="-359"/>
                  <a:pt x="3132" y="-359"/>
                </a:cubicBezTo>
                <a:cubicBezTo>
                  <a:pt x="3132" y="-359"/>
                  <a:pt x="3132" y="6082"/>
                  <a:pt x="3132" y="6082"/>
                </a:cubicBezTo>
                <a:cubicBezTo>
                  <a:pt x="3132" y="6082"/>
                  <a:pt x="3132" y="6082"/>
                  <a:pt x="3132" y="6082"/>
                </a:cubicBezTo>
                <a:close/>
              </a:path>
            </a:pathLst>
          </a:custGeom>
          <a:solidFill>
            <a:schemeClr val="accent1"/>
          </a:solidFill>
          <a:ln w="1601" cap="flat">
            <a:noFill/>
            <a:prstDash val="solid"/>
            <a:miter/>
          </a:ln>
        </p:spPr>
        <p:txBody>
          <a:bodyPr rtlCol="0" anchor="ctr"/>
          <a:lstStyle/>
          <a:p>
            <a:endParaRPr lang="en-US"/>
          </a:p>
        </p:txBody>
      </p:sp>
      <p:sp>
        <p:nvSpPr>
          <p:cNvPr id="15" name="任意多边形: 形状 14"/>
          <p:cNvSpPr/>
          <p:nvPr>
            <p:custDataLst>
              <p:tags r:id="rId14"/>
            </p:custDataLst>
          </p:nvPr>
        </p:nvSpPr>
        <p:spPr>
          <a:xfrm rot="18900000">
            <a:off x="11212195" y="5724525"/>
            <a:ext cx="193675" cy="186055"/>
          </a:xfrm>
          <a:custGeom>
            <a:avLst/>
            <a:gdLst>
              <a:gd name="connsiteX0" fmla="*/ 70759 w 193437"/>
              <a:gd name="connsiteY0" fmla="*/ -147 h 186208"/>
              <a:gd name="connsiteX1" fmla="*/ 67009 w 193437"/>
              <a:gd name="connsiteY1" fmla="*/ 991 h 186208"/>
              <a:gd name="connsiteX2" fmla="*/ 63308 w 193437"/>
              <a:gd name="connsiteY2" fmla="*/ 2280 h 186208"/>
              <a:gd name="connsiteX3" fmla="*/ 59663 w 193437"/>
              <a:gd name="connsiteY3" fmla="*/ 3716 h 186208"/>
              <a:gd name="connsiteX4" fmla="*/ 56079 w 193437"/>
              <a:gd name="connsiteY4" fmla="*/ 5301 h 186208"/>
              <a:gd name="connsiteX5" fmla="*/ 52562 w 193437"/>
              <a:gd name="connsiteY5" fmla="*/ 7029 h 186208"/>
              <a:gd name="connsiteX6" fmla="*/ 49118 w 193437"/>
              <a:gd name="connsiteY6" fmla="*/ 8897 h 186208"/>
              <a:gd name="connsiteX7" fmla="*/ 45752 w 193437"/>
              <a:gd name="connsiteY7" fmla="*/ 10903 h 186208"/>
              <a:gd name="connsiteX8" fmla="*/ 42470 w 193437"/>
              <a:gd name="connsiteY8" fmla="*/ 13045 h 186208"/>
              <a:gd name="connsiteX9" fmla="*/ 39278 w 193437"/>
              <a:gd name="connsiteY9" fmla="*/ 15317 h 186208"/>
              <a:gd name="connsiteX10" fmla="*/ 36181 w 193437"/>
              <a:gd name="connsiteY10" fmla="*/ 17716 h 186208"/>
              <a:gd name="connsiteX11" fmla="*/ 33183 w 193437"/>
              <a:gd name="connsiteY11" fmla="*/ 20240 h 186208"/>
              <a:gd name="connsiteX12" fmla="*/ 30290 w 193437"/>
              <a:gd name="connsiteY12" fmla="*/ 22884 h 186208"/>
              <a:gd name="connsiteX13" fmla="*/ 27506 w 193437"/>
              <a:gd name="connsiteY13" fmla="*/ 25641 h 186208"/>
              <a:gd name="connsiteX14" fmla="*/ 24836 w 193437"/>
              <a:gd name="connsiteY14" fmla="*/ 28509 h 186208"/>
              <a:gd name="connsiteX15" fmla="*/ 22285 w 193437"/>
              <a:gd name="connsiteY15" fmla="*/ 31483 h 186208"/>
              <a:gd name="connsiteX16" fmla="*/ 19856 w 193437"/>
              <a:gd name="connsiteY16" fmla="*/ 34559 h 186208"/>
              <a:gd name="connsiteX17" fmla="*/ 17554 w 193437"/>
              <a:gd name="connsiteY17" fmla="*/ 37730 h 186208"/>
              <a:gd name="connsiteX18" fmla="*/ 15382 w 193437"/>
              <a:gd name="connsiteY18" fmla="*/ 40991 h 186208"/>
              <a:gd name="connsiteX19" fmla="*/ 13344 w 193437"/>
              <a:gd name="connsiteY19" fmla="*/ 44337 h 186208"/>
              <a:gd name="connsiteX20" fmla="*/ 11443 w 193437"/>
              <a:gd name="connsiteY20" fmla="*/ 47764 h 186208"/>
              <a:gd name="connsiteX21" fmla="*/ 9683 w 193437"/>
              <a:gd name="connsiteY21" fmla="*/ 51265 h 186208"/>
              <a:gd name="connsiteX22" fmla="*/ 8066 w 193437"/>
              <a:gd name="connsiteY22" fmla="*/ 54833 h 186208"/>
              <a:gd name="connsiteX23" fmla="*/ 6594 w 193437"/>
              <a:gd name="connsiteY23" fmla="*/ 58466 h 186208"/>
              <a:gd name="connsiteX24" fmla="*/ 5272 w 193437"/>
              <a:gd name="connsiteY24" fmla="*/ 62154 h 186208"/>
              <a:gd name="connsiteX25" fmla="*/ 4099 w 193437"/>
              <a:gd name="connsiteY25" fmla="*/ 65893 h 186208"/>
              <a:gd name="connsiteX26" fmla="*/ 3079 w 193437"/>
              <a:gd name="connsiteY26" fmla="*/ 69676 h 186208"/>
              <a:gd name="connsiteX27" fmla="*/ 2213 w 193437"/>
              <a:gd name="connsiteY27" fmla="*/ 73497 h 186208"/>
              <a:gd name="connsiteX28" fmla="*/ 1503 w 193437"/>
              <a:gd name="connsiteY28" fmla="*/ 77351 h 186208"/>
              <a:gd name="connsiteX29" fmla="*/ 949 w 193437"/>
              <a:gd name="connsiteY29" fmla="*/ 81230 h 186208"/>
              <a:gd name="connsiteX30" fmla="*/ 552 w 193437"/>
              <a:gd name="connsiteY30" fmla="*/ 85129 h 186208"/>
              <a:gd name="connsiteX31" fmla="*/ 314 w 193437"/>
              <a:gd name="connsiteY31" fmla="*/ 89040 h 186208"/>
              <a:gd name="connsiteX32" fmla="*/ 235 w 193437"/>
              <a:gd name="connsiteY32" fmla="*/ 92958 h 186208"/>
              <a:gd name="connsiteX33" fmla="*/ 314 w 193437"/>
              <a:gd name="connsiteY33" fmla="*/ 96876 h 186208"/>
              <a:gd name="connsiteX34" fmla="*/ 552 w 193437"/>
              <a:gd name="connsiteY34" fmla="*/ 100786 h 186208"/>
              <a:gd name="connsiteX35" fmla="*/ 949 w 193437"/>
              <a:gd name="connsiteY35" fmla="*/ 104685 h 186208"/>
              <a:gd name="connsiteX36" fmla="*/ 1503 w 193437"/>
              <a:gd name="connsiteY36" fmla="*/ 108564 h 186208"/>
              <a:gd name="connsiteX37" fmla="*/ 2213 w 193437"/>
              <a:gd name="connsiteY37" fmla="*/ 112417 h 186208"/>
              <a:gd name="connsiteX38" fmla="*/ 3079 w 193437"/>
              <a:gd name="connsiteY38" fmla="*/ 116239 h 186208"/>
              <a:gd name="connsiteX39" fmla="*/ 4099 w 193437"/>
              <a:gd name="connsiteY39" fmla="*/ 120023 h 186208"/>
              <a:gd name="connsiteX40" fmla="*/ 5272 w 193437"/>
              <a:gd name="connsiteY40" fmla="*/ 123761 h 186208"/>
              <a:gd name="connsiteX41" fmla="*/ 6594 w 193437"/>
              <a:gd name="connsiteY41" fmla="*/ 127450 h 186208"/>
              <a:gd name="connsiteX42" fmla="*/ 8066 w 193437"/>
              <a:gd name="connsiteY42" fmla="*/ 131081 h 186208"/>
              <a:gd name="connsiteX43" fmla="*/ 9683 w 193437"/>
              <a:gd name="connsiteY43" fmla="*/ 134651 h 186208"/>
              <a:gd name="connsiteX44" fmla="*/ 11443 w 193437"/>
              <a:gd name="connsiteY44" fmla="*/ 138151 h 186208"/>
              <a:gd name="connsiteX45" fmla="*/ 13344 w 193437"/>
              <a:gd name="connsiteY45" fmla="*/ 141578 h 186208"/>
              <a:gd name="connsiteX46" fmla="*/ 15382 w 193437"/>
              <a:gd name="connsiteY46" fmla="*/ 144925 h 186208"/>
              <a:gd name="connsiteX47" fmla="*/ 17554 w 193437"/>
              <a:gd name="connsiteY47" fmla="*/ 148186 h 186208"/>
              <a:gd name="connsiteX48" fmla="*/ 19856 w 193437"/>
              <a:gd name="connsiteY48" fmla="*/ 151357 h 186208"/>
              <a:gd name="connsiteX49" fmla="*/ 22285 w 193437"/>
              <a:gd name="connsiteY49" fmla="*/ 154431 h 186208"/>
              <a:gd name="connsiteX50" fmla="*/ 24836 w 193437"/>
              <a:gd name="connsiteY50" fmla="*/ 157406 h 186208"/>
              <a:gd name="connsiteX51" fmla="*/ 27506 w 193437"/>
              <a:gd name="connsiteY51" fmla="*/ 160274 h 186208"/>
              <a:gd name="connsiteX52" fmla="*/ 30290 w 193437"/>
              <a:gd name="connsiteY52" fmla="*/ 163032 h 186208"/>
              <a:gd name="connsiteX53" fmla="*/ 33183 w 193437"/>
              <a:gd name="connsiteY53" fmla="*/ 165675 h 186208"/>
              <a:gd name="connsiteX54" fmla="*/ 36181 w 193437"/>
              <a:gd name="connsiteY54" fmla="*/ 168198 h 186208"/>
              <a:gd name="connsiteX55" fmla="*/ 39278 w 193437"/>
              <a:gd name="connsiteY55" fmla="*/ 170598 h 186208"/>
              <a:gd name="connsiteX56" fmla="*/ 42470 w 193437"/>
              <a:gd name="connsiteY56" fmla="*/ 172870 h 186208"/>
              <a:gd name="connsiteX57" fmla="*/ 45752 w 193437"/>
              <a:gd name="connsiteY57" fmla="*/ 175012 h 186208"/>
              <a:gd name="connsiteX58" fmla="*/ 49118 w 193437"/>
              <a:gd name="connsiteY58" fmla="*/ 177018 h 186208"/>
              <a:gd name="connsiteX59" fmla="*/ 52562 w 193437"/>
              <a:gd name="connsiteY59" fmla="*/ 178888 h 186208"/>
              <a:gd name="connsiteX60" fmla="*/ 56079 w 193437"/>
              <a:gd name="connsiteY60" fmla="*/ 180614 h 186208"/>
              <a:gd name="connsiteX61" fmla="*/ 59663 w 193437"/>
              <a:gd name="connsiteY61" fmla="*/ 182198 h 186208"/>
              <a:gd name="connsiteX62" fmla="*/ 63308 w 193437"/>
              <a:gd name="connsiteY62" fmla="*/ 183635 h 186208"/>
              <a:gd name="connsiteX63" fmla="*/ 67009 w 193437"/>
              <a:gd name="connsiteY63" fmla="*/ 184923 h 186208"/>
              <a:gd name="connsiteX64" fmla="*/ 70759 w 193437"/>
              <a:gd name="connsiteY64" fmla="*/ 186062 h 186208"/>
              <a:gd name="connsiteX65" fmla="*/ 70759 w 193437"/>
              <a:gd name="connsiteY65" fmla="*/ -147 h 186208"/>
              <a:gd name="connsiteX66" fmla="*/ 123148 w 193437"/>
              <a:gd name="connsiteY66" fmla="*/ 186062 h 186208"/>
              <a:gd name="connsiteX67" fmla="*/ 126898 w 193437"/>
              <a:gd name="connsiteY67" fmla="*/ 184925 h 186208"/>
              <a:gd name="connsiteX68" fmla="*/ 130599 w 193437"/>
              <a:gd name="connsiteY68" fmla="*/ 183636 h 186208"/>
              <a:gd name="connsiteX69" fmla="*/ 134244 w 193437"/>
              <a:gd name="connsiteY69" fmla="*/ 182198 h 186208"/>
              <a:gd name="connsiteX70" fmla="*/ 137828 w 193437"/>
              <a:gd name="connsiteY70" fmla="*/ 180615 h 186208"/>
              <a:gd name="connsiteX71" fmla="*/ 141345 w 193437"/>
              <a:gd name="connsiteY71" fmla="*/ 178888 h 186208"/>
              <a:gd name="connsiteX72" fmla="*/ 144790 w 193437"/>
              <a:gd name="connsiteY72" fmla="*/ 177018 h 186208"/>
              <a:gd name="connsiteX73" fmla="*/ 148155 w 193437"/>
              <a:gd name="connsiteY73" fmla="*/ 175012 h 186208"/>
              <a:gd name="connsiteX74" fmla="*/ 151437 w 193437"/>
              <a:gd name="connsiteY74" fmla="*/ 172871 h 186208"/>
              <a:gd name="connsiteX75" fmla="*/ 154629 w 193437"/>
              <a:gd name="connsiteY75" fmla="*/ 170599 h 186208"/>
              <a:gd name="connsiteX76" fmla="*/ 157727 w 193437"/>
              <a:gd name="connsiteY76" fmla="*/ 168198 h 186208"/>
              <a:gd name="connsiteX77" fmla="*/ 160725 w 193437"/>
              <a:gd name="connsiteY77" fmla="*/ 165675 h 186208"/>
              <a:gd name="connsiteX78" fmla="*/ 163617 w 193437"/>
              <a:gd name="connsiteY78" fmla="*/ 163032 h 186208"/>
              <a:gd name="connsiteX79" fmla="*/ 166402 w 193437"/>
              <a:gd name="connsiteY79" fmla="*/ 160275 h 186208"/>
              <a:gd name="connsiteX80" fmla="*/ 169072 w 193437"/>
              <a:gd name="connsiteY80" fmla="*/ 157407 h 186208"/>
              <a:gd name="connsiteX81" fmla="*/ 171622 w 193437"/>
              <a:gd name="connsiteY81" fmla="*/ 154433 h 186208"/>
              <a:gd name="connsiteX82" fmla="*/ 174051 w 193437"/>
              <a:gd name="connsiteY82" fmla="*/ 151357 h 186208"/>
              <a:gd name="connsiteX83" fmla="*/ 176354 w 193437"/>
              <a:gd name="connsiteY83" fmla="*/ 148186 h 186208"/>
              <a:gd name="connsiteX84" fmla="*/ 178526 w 193437"/>
              <a:gd name="connsiteY84" fmla="*/ 144925 h 186208"/>
              <a:gd name="connsiteX85" fmla="*/ 180563 w 193437"/>
              <a:gd name="connsiteY85" fmla="*/ 141579 h 186208"/>
              <a:gd name="connsiteX86" fmla="*/ 182465 w 193437"/>
              <a:gd name="connsiteY86" fmla="*/ 138152 h 186208"/>
              <a:gd name="connsiteX87" fmla="*/ 184225 w 193437"/>
              <a:gd name="connsiteY87" fmla="*/ 134651 h 186208"/>
              <a:gd name="connsiteX88" fmla="*/ 185842 w 193437"/>
              <a:gd name="connsiteY88" fmla="*/ 131081 h 186208"/>
              <a:gd name="connsiteX89" fmla="*/ 187314 w 193437"/>
              <a:gd name="connsiteY89" fmla="*/ 127450 h 186208"/>
              <a:gd name="connsiteX90" fmla="*/ 188636 w 193437"/>
              <a:gd name="connsiteY90" fmla="*/ 123762 h 186208"/>
              <a:gd name="connsiteX91" fmla="*/ 189810 w 193437"/>
              <a:gd name="connsiteY91" fmla="*/ 120023 h 186208"/>
              <a:gd name="connsiteX92" fmla="*/ 190829 w 193437"/>
              <a:gd name="connsiteY92" fmla="*/ 116239 h 186208"/>
              <a:gd name="connsiteX93" fmla="*/ 191695 w 193437"/>
              <a:gd name="connsiteY93" fmla="*/ 112417 h 186208"/>
              <a:gd name="connsiteX94" fmla="*/ 192405 w 193437"/>
              <a:gd name="connsiteY94" fmla="*/ 108564 h 186208"/>
              <a:gd name="connsiteX95" fmla="*/ 192959 w 193437"/>
              <a:gd name="connsiteY95" fmla="*/ 104685 h 186208"/>
              <a:gd name="connsiteX96" fmla="*/ 193356 w 193437"/>
              <a:gd name="connsiteY96" fmla="*/ 100786 h 186208"/>
              <a:gd name="connsiteX97" fmla="*/ 193594 w 193437"/>
              <a:gd name="connsiteY97" fmla="*/ 96876 h 186208"/>
              <a:gd name="connsiteX98" fmla="*/ 193673 w 193437"/>
              <a:gd name="connsiteY98" fmla="*/ 92958 h 186208"/>
              <a:gd name="connsiteX99" fmla="*/ 193594 w 193437"/>
              <a:gd name="connsiteY99" fmla="*/ 89040 h 186208"/>
              <a:gd name="connsiteX100" fmla="*/ 193356 w 193437"/>
              <a:gd name="connsiteY100" fmla="*/ 85129 h 186208"/>
              <a:gd name="connsiteX101" fmla="*/ 192959 w 193437"/>
              <a:gd name="connsiteY101" fmla="*/ 81230 h 186208"/>
              <a:gd name="connsiteX102" fmla="*/ 192405 w 193437"/>
              <a:gd name="connsiteY102" fmla="*/ 77351 h 186208"/>
              <a:gd name="connsiteX103" fmla="*/ 191695 w 193437"/>
              <a:gd name="connsiteY103" fmla="*/ 73497 h 186208"/>
              <a:gd name="connsiteX104" fmla="*/ 190829 w 193437"/>
              <a:gd name="connsiteY104" fmla="*/ 69676 h 186208"/>
              <a:gd name="connsiteX105" fmla="*/ 189810 w 193437"/>
              <a:gd name="connsiteY105" fmla="*/ 65893 h 186208"/>
              <a:gd name="connsiteX106" fmla="*/ 188636 w 193437"/>
              <a:gd name="connsiteY106" fmla="*/ 62154 h 186208"/>
              <a:gd name="connsiteX107" fmla="*/ 187314 w 193437"/>
              <a:gd name="connsiteY107" fmla="*/ 58465 h 186208"/>
              <a:gd name="connsiteX108" fmla="*/ 185842 w 193437"/>
              <a:gd name="connsiteY108" fmla="*/ 54833 h 186208"/>
              <a:gd name="connsiteX109" fmla="*/ 184225 w 193437"/>
              <a:gd name="connsiteY109" fmla="*/ 51265 h 186208"/>
              <a:gd name="connsiteX110" fmla="*/ 182465 w 193437"/>
              <a:gd name="connsiteY110" fmla="*/ 47764 h 186208"/>
              <a:gd name="connsiteX111" fmla="*/ 180563 w 193437"/>
              <a:gd name="connsiteY111" fmla="*/ 44337 h 186208"/>
              <a:gd name="connsiteX112" fmla="*/ 178526 w 193437"/>
              <a:gd name="connsiteY112" fmla="*/ 40991 h 186208"/>
              <a:gd name="connsiteX113" fmla="*/ 176354 w 193437"/>
              <a:gd name="connsiteY113" fmla="*/ 37728 h 186208"/>
              <a:gd name="connsiteX114" fmla="*/ 174051 w 193437"/>
              <a:gd name="connsiteY114" fmla="*/ 34557 h 186208"/>
              <a:gd name="connsiteX115" fmla="*/ 171622 w 193437"/>
              <a:gd name="connsiteY115" fmla="*/ 31483 h 186208"/>
              <a:gd name="connsiteX116" fmla="*/ 169072 w 193437"/>
              <a:gd name="connsiteY116" fmla="*/ 28509 h 186208"/>
              <a:gd name="connsiteX117" fmla="*/ 166402 w 193437"/>
              <a:gd name="connsiteY117" fmla="*/ 25641 h 186208"/>
              <a:gd name="connsiteX118" fmla="*/ 163617 w 193437"/>
              <a:gd name="connsiteY118" fmla="*/ 22882 h 186208"/>
              <a:gd name="connsiteX119" fmla="*/ 160725 w 193437"/>
              <a:gd name="connsiteY119" fmla="*/ 20240 h 186208"/>
              <a:gd name="connsiteX120" fmla="*/ 157727 w 193437"/>
              <a:gd name="connsiteY120" fmla="*/ 17716 h 186208"/>
              <a:gd name="connsiteX121" fmla="*/ 154629 w 193437"/>
              <a:gd name="connsiteY121" fmla="*/ 15317 h 186208"/>
              <a:gd name="connsiteX122" fmla="*/ 151437 w 193437"/>
              <a:gd name="connsiteY122" fmla="*/ 13045 h 186208"/>
              <a:gd name="connsiteX123" fmla="*/ 148155 w 193437"/>
              <a:gd name="connsiteY123" fmla="*/ 10903 h 186208"/>
              <a:gd name="connsiteX124" fmla="*/ 144789 w 193437"/>
              <a:gd name="connsiteY124" fmla="*/ 8897 h 186208"/>
              <a:gd name="connsiteX125" fmla="*/ 141345 w 193437"/>
              <a:gd name="connsiteY125" fmla="*/ 7027 h 186208"/>
              <a:gd name="connsiteX126" fmla="*/ 137828 w 193437"/>
              <a:gd name="connsiteY126" fmla="*/ 5301 h 186208"/>
              <a:gd name="connsiteX127" fmla="*/ 134244 w 193437"/>
              <a:gd name="connsiteY127" fmla="*/ 3716 h 186208"/>
              <a:gd name="connsiteX128" fmla="*/ 130599 w 193437"/>
              <a:gd name="connsiteY128" fmla="*/ 2280 h 186208"/>
              <a:gd name="connsiteX129" fmla="*/ 126898 w 193437"/>
              <a:gd name="connsiteY129" fmla="*/ 991 h 186208"/>
              <a:gd name="connsiteX130" fmla="*/ 123148 w 193437"/>
              <a:gd name="connsiteY130" fmla="*/ -147 h 186208"/>
              <a:gd name="connsiteX131" fmla="*/ 123148 w 193437"/>
              <a:gd name="connsiteY131" fmla="*/ 186062 h 18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93437" h="186208">
                <a:moveTo>
                  <a:pt x="70759" y="-147"/>
                </a:moveTo>
                <a:cubicBezTo>
                  <a:pt x="69501" y="207"/>
                  <a:pt x="68251" y="587"/>
                  <a:pt x="67009" y="991"/>
                </a:cubicBezTo>
                <a:cubicBezTo>
                  <a:pt x="65767" y="1396"/>
                  <a:pt x="64533" y="1826"/>
                  <a:pt x="63308" y="2280"/>
                </a:cubicBezTo>
                <a:cubicBezTo>
                  <a:pt x="62084" y="2734"/>
                  <a:pt x="60869" y="3214"/>
                  <a:pt x="59663" y="3716"/>
                </a:cubicBezTo>
                <a:cubicBezTo>
                  <a:pt x="58458" y="4220"/>
                  <a:pt x="57263" y="4748"/>
                  <a:pt x="56079" y="5301"/>
                </a:cubicBezTo>
                <a:cubicBezTo>
                  <a:pt x="54895" y="5853"/>
                  <a:pt x="53723" y="6428"/>
                  <a:pt x="52562" y="7029"/>
                </a:cubicBezTo>
                <a:cubicBezTo>
                  <a:pt x="51401" y="7628"/>
                  <a:pt x="50253" y="8251"/>
                  <a:pt x="49118" y="8897"/>
                </a:cubicBezTo>
                <a:cubicBezTo>
                  <a:pt x="47982" y="9542"/>
                  <a:pt x="46860" y="10212"/>
                  <a:pt x="45752" y="10903"/>
                </a:cubicBezTo>
                <a:cubicBezTo>
                  <a:pt x="44644" y="11595"/>
                  <a:pt x="43550" y="12309"/>
                  <a:pt x="42470" y="13045"/>
                </a:cubicBezTo>
                <a:cubicBezTo>
                  <a:pt x="41391" y="13781"/>
                  <a:pt x="40327" y="14538"/>
                  <a:pt x="39278" y="15317"/>
                </a:cubicBezTo>
                <a:cubicBezTo>
                  <a:pt x="38230" y="16096"/>
                  <a:pt x="37197" y="16897"/>
                  <a:pt x="36181" y="17716"/>
                </a:cubicBezTo>
                <a:cubicBezTo>
                  <a:pt x="35164" y="18538"/>
                  <a:pt x="34165" y="19380"/>
                  <a:pt x="33183" y="20240"/>
                </a:cubicBezTo>
                <a:cubicBezTo>
                  <a:pt x="32201" y="21101"/>
                  <a:pt x="31236" y="21982"/>
                  <a:pt x="30290" y="22884"/>
                </a:cubicBezTo>
                <a:cubicBezTo>
                  <a:pt x="29343" y="23784"/>
                  <a:pt x="28415" y="24704"/>
                  <a:pt x="27506" y="25641"/>
                </a:cubicBezTo>
                <a:cubicBezTo>
                  <a:pt x="26597" y="26580"/>
                  <a:pt x="25707" y="27535"/>
                  <a:pt x="24836" y="28509"/>
                </a:cubicBezTo>
                <a:cubicBezTo>
                  <a:pt x="23966" y="29483"/>
                  <a:pt x="23115" y="30475"/>
                  <a:pt x="22285" y="31483"/>
                </a:cubicBezTo>
                <a:cubicBezTo>
                  <a:pt x="21455" y="32491"/>
                  <a:pt x="20645" y="33517"/>
                  <a:pt x="19856" y="34559"/>
                </a:cubicBezTo>
                <a:cubicBezTo>
                  <a:pt x="19067" y="35599"/>
                  <a:pt x="18300" y="36657"/>
                  <a:pt x="17554" y="37730"/>
                </a:cubicBezTo>
                <a:cubicBezTo>
                  <a:pt x="16808" y="38802"/>
                  <a:pt x="16084" y="39889"/>
                  <a:pt x="15382" y="40991"/>
                </a:cubicBezTo>
                <a:cubicBezTo>
                  <a:pt x="14680" y="42092"/>
                  <a:pt x="14001" y="43208"/>
                  <a:pt x="13344" y="44337"/>
                </a:cubicBezTo>
                <a:cubicBezTo>
                  <a:pt x="12687" y="45467"/>
                  <a:pt x="12054" y="46609"/>
                  <a:pt x="11443" y="47764"/>
                </a:cubicBezTo>
                <a:cubicBezTo>
                  <a:pt x="10833" y="48918"/>
                  <a:pt x="10246" y="50086"/>
                  <a:pt x="9683" y="51265"/>
                </a:cubicBezTo>
                <a:cubicBezTo>
                  <a:pt x="9120" y="52443"/>
                  <a:pt x="8581" y="53633"/>
                  <a:pt x="8066" y="54833"/>
                </a:cubicBezTo>
                <a:cubicBezTo>
                  <a:pt x="7551" y="56035"/>
                  <a:pt x="7060" y="57245"/>
                  <a:pt x="6594" y="58466"/>
                </a:cubicBezTo>
                <a:cubicBezTo>
                  <a:pt x="6129" y="59687"/>
                  <a:pt x="5688" y="60915"/>
                  <a:pt x="5272" y="62154"/>
                </a:cubicBezTo>
                <a:cubicBezTo>
                  <a:pt x="4855" y="63392"/>
                  <a:pt x="4465" y="64639"/>
                  <a:pt x="4099" y="65893"/>
                </a:cubicBezTo>
                <a:cubicBezTo>
                  <a:pt x="3733" y="67147"/>
                  <a:pt x="3393" y="68408"/>
                  <a:pt x="3079" y="69676"/>
                </a:cubicBezTo>
                <a:cubicBezTo>
                  <a:pt x="2764" y="70945"/>
                  <a:pt x="2476" y="72218"/>
                  <a:pt x="2213" y="73497"/>
                </a:cubicBezTo>
                <a:cubicBezTo>
                  <a:pt x="1950" y="74777"/>
                  <a:pt x="1713" y="76062"/>
                  <a:pt x="1503" y="77351"/>
                </a:cubicBezTo>
                <a:cubicBezTo>
                  <a:pt x="1292" y="78641"/>
                  <a:pt x="1107" y="79934"/>
                  <a:pt x="949" y="81230"/>
                </a:cubicBezTo>
                <a:cubicBezTo>
                  <a:pt x="790" y="82528"/>
                  <a:pt x="658" y="83827"/>
                  <a:pt x="552" y="85129"/>
                </a:cubicBezTo>
                <a:cubicBezTo>
                  <a:pt x="447" y="86431"/>
                  <a:pt x="367" y="87734"/>
                  <a:pt x="314" y="89040"/>
                </a:cubicBezTo>
                <a:cubicBezTo>
                  <a:pt x="262" y="90346"/>
                  <a:pt x="235" y="91650"/>
                  <a:pt x="235" y="92958"/>
                </a:cubicBezTo>
                <a:cubicBezTo>
                  <a:pt x="235" y="94264"/>
                  <a:pt x="262" y="95570"/>
                  <a:pt x="314" y="96876"/>
                </a:cubicBezTo>
                <a:cubicBezTo>
                  <a:pt x="367" y="98180"/>
                  <a:pt x="447" y="99485"/>
                  <a:pt x="552" y="100786"/>
                </a:cubicBezTo>
                <a:cubicBezTo>
                  <a:pt x="658" y="102089"/>
                  <a:pt x="790" y="103388"/>
                  <a:pt x="949" y="104685"/>
                </a:cubicBezTo>
                <a:cubicBezTo>
                  <a:pt x="1107" y="105983"/>
                  <a:pt x="1292" y="107274"/>
                  <a:pt x="1503" y="108564"/>
                </a:cubicBezTo>
                <a:cubicBezTo>
                  <a:pt x="1713" y="109854"/>
                  <a:pt x="1950" y="111137"/>
                  <a:pt x="2213" y="112417"/>
                </a:cubicBezTo>
                <a:cubicBezTo>
                  <a:pt x="2476" y="113698"/>
                  <a:pt x="2764" y="114971"/>
                  <a:pt x="3079" y="116239"/>
                </a:cubicBezTo>
                <a:cubicBezTo>
                  <a:pt x="3393" y="117508"/>
                  <a:pt x="3733" y="118769"/>
                  <a:pt x="4099" y="120023"/>
                </a:cubicBezTo>
                <a:cubicBezTo>
                  <a:pt x="4465" y="121278"/>
                  <a:pt x="4855" y="122522"/>
                  <a:pt x="5272" y="123761"/>
                </a:cubicBezTo>
                <a:cubicBezTo>
                  <a:pt x="5688" y="124999"/>
                  <a:pt x="6129" y="126229"/>
                  <a:pt x="6594" y="127450"/>
                </a:cubicBezTo>
                <a:cubicBezTo>
                  <a:pt x="7060" y="128671"/>
                  <a:pt x="7551" y="129882"/>
                  <a:pt x="8066" y="131081"/>
                </a:cubicBezTo>
                <a:cubicBezTo>
                  <a:pt x="8581" y="132283"/>
                  <a:pt x="9120" y="133473"/>
                  <a:pt x="9683" y="134651"/>
                </a:cubicBezTo>
                <a:cubicBezTo>
                  <a:pt x="10246" y="135830"/>
                  <a:pt x="10833" y="136996"/>
                  <a:pt x="11443" y="138151"/>
                </a:cubicBezTo>
                <a:cubicBezTo>
                  <a:pt x="12054" y="139307"/>
                  <a:pt x="12687" y="140449"/>
                  <a:pt x="13344" y="141578"/>
                </a:cubicBezTo>
                <a:cubicBezTo>
                  <a:pt x="14001" y="142708"/>
                  <a:pt x="14680" y="143822"/>
                  <a:pt x="15382" y="144925"/>
                </a:cubicBezTo>
                <a:cubicBezTo>
                  <a:pt x="16084" y="146027"/>
                  <a:pt x="16808" y="147114"/>
                  <a:pt x="17554" y="148186"/>
                </a:cubicBezTo>
                <a:cubicBezTo>
                  <a:pt x="18300" y="149259"/>
                  <a:pt x="19067" y="150315"/>
                  <a:pt x="19856" y="151357"/>
                </a:cubicBezTo>
                <a:cubicBezTo>
                  <a:pt x="20645" y="152399"/>
                  <a:pt x="21455" y="153423"/>
                  <a:pt x="22285" y="154431"/>
                </a:cubicBezTo>
                <a:cubicBezTo>
                  <a:pt x="23115" y="155441"/>
                  <a:pt x="23966" y="156431"/>
                  <a:pt x="24836" y="157406"/>
                </a:cubicBezTo>
                <a:cubicBezTo>
                  <a:pt x="25707" y="158380"/>
                  <a:pt x="26597" y="159336"/>
                  <a:pt x="27506" y="160274"/>
                </a:cubicBezTo>
                <a:cubicBezTo>
                  <a:pt x="28415" y="161212"/>
                  <a:pt x="29343" y="162132"/>
                  <a:pt x="30290" y="163032"/>
                </a:cubicBezTo>
                <a:cubicBezTo>
                  <a:pt x="31236" y="163934"/>
                  <a:pt x="32201" y="164815"/>
                  <a:pt x="33183" y="165675"/>
                </a:cubicBezTo>
                <a:cubicBezTo>
                  <a:pt x="34165" y="166536"/>
                  <a:pt x="35164" y="167377"/>
                  <a:pt x="36181" y="168198"/>
                </a:cubicBezTo>
                <a:cubicBezTo>
                  <a:pt x="37197" y="169019"/>
                  <a:pt x="38230" y="169820"/>
                  <a:pt x="39278" y="170598"/>
                </a:cubicBezTo>
                <a:cubicBezTo>
                  <a:pt x="40327" y="171377"/>
                  <a:pt x="41391" y="172135"/>
                  <a:pt x="42470" y="172870"/>
                </a:cubicBezTo>
                <a:cubicBezTo>
                  <a:pt x="43550" y="173607"/>
                  <a:pt x="44644" y="174321"/>
                  <a:pt x="45752" y="175012"/>
                </a:cubicBezTo>
                <a:cubicBezTo>
                  <a:pt x="46860" y="175704"/>
                  <a:pt x="47982" y="176372"/>
                  <a:pt x="49118" y="177018"/>
                </a:cubicBezTo>
                <a:cubicBezTo>
                  <a:pt x="50253" y="177665"/>
                  <a:pt x="51401" y="178289"/>
                  <a:pt x="52562" y="178888"/>
                </a:cubicBezTo>
                <a:cubicBezTo>
                  <a:pt x="53723" y="179487"/>
                  <a:pt x="54895" y="180063"/>
                  <a:pt x="56079" y="180614"/>
                </a:cubicBezTo>
                <a:cubicBezTo>
                  <a:pt x="57263" y="181168"/>
                  <a:pt x="58458" y="181696"/>
                  <a:pt x="59663" y="182198"/>
                </a:cubicBezTo>
                <a:cubicBezTo>
                  <a:pt x="60869" y="182703"/>
                  <a:pt x="62084" y="183181"/>
                  <a:pt x="63308" y="183635"/>
                </a:cubicBezTo>
                <a:cubicBezTo>
                  <a:pt x="64533" y="184091"/>
                  <a:pt x="65767" y="184521"/>
                  <a:pt x="67009" y="184923"/>
                </a:cubicBezTo>
                <a:cubicBezTo>
                  <a:pt x="68251" y="185329"/>
                  <a:pt x="69501" y="185707"/>
                  <a:pt x="70759" y="186062"/>
                </a:cubicBezTo>
                <a:lnTo>
                  <a:pt x="70759" y="-147"/>
                </a:lnTo>
                <a:close/>
                <a:moveTo>
                  <a:pt x="123148" y="186062"/>
                </a:moveTo>
                <a:cubicBezTo>
                  <a:pt x="124406" y="185707"/>
                  <a:pt x="125656" y="185329"/>
                  <a:pt x="126898" y="184925"/>
                </a:cubicBezTo>
                <a:cubicBezTo>
                  <a:pt x="128140" y="184521"/>
                  <a:pt x="129374" y="184091"/>
                  <a:pt x="130599" y="183636"/>
                </a:cubicBezTo>
                <a:cubicBezTo>
                  <a:pt x="131823" y="183182"/>
                  <a:pt x="133039" y="182703"/>
                  <a:pt x="134244" y="182198"/>
                </a:cubicBezTo>
                <a:cubicBezTo>
                  <a:pt x="135450" y="181696"/>
                  <a:pt x="136644" y="181168"/>
                  <a:pt x="137828" y="180615"/>
                </a:cubicBezTo>
                <a:cubicBezTo>
                  <a:pt x="139012" y="180063"/>
                  <a:pt x="140185" y="179487"/>
                  <a:pt x="141345" y="178888"/>
                </a:cubicBezTo>
                <a:cubicBezTo>
                  <a:pt x="142506" y="178289"/>
                  <a:pt x="143654" y="177665"/>
                  <a:pt x="144790" y="177018"/>
                </a:cubicBezTo>
                <a:cubicBezTo>
                  <a:pt x="145925" y="176374"/>
                  <a:pt x="147047" y="175704"/>
                  <a:pt x="148155" y="175012"/>
                </a:cubicBezTo>
                <a:cubicBezTo>
                  <a:pt x="149264" y="174321"/>
                  <a:pt x="150358" y="173607"/>
                  <a:pt x="151437" y="172871"/>
                </a:cubicBezTo>
                <a:cubicBezTo>
                  <a:pt x="152517" y="172135"/>
                  <a:pt x="153581" y="171379"/>
                  <a:pt x="154629" y="170599"/>
                </a:cubicBezTo>
                <a:cubicBezTo>
                  <a:pt x="155678" y="169820"/>
                  <a:pt x="156711" y="169019"/>
                  <a:pt x="157727" y="168198"/>
                </a:cubicBezTo>
                <a:cubicBezTo>
                  <a:pt x="158743" y="167378"/>
                  <a:pt x="159743" y="166538"/>
                  <a:pt x="160725" y="165675"/>
                </a:cubicBezTo>
                <a:cubicBezTo>
                  <a:pt x="161707" y="164815"/>
                  <a:pt x="162672" y="163934"/>
                  <a:pt x="163617" y="163032"/>
                </a:cubicBezTo>
                <a:cubicBezTo>
                  <a:pt x="164564" y="162132"/>
                  <a:pt x="165492" y="161212"/>
                  <a:pt x="166402" y="160275"/>
                </a:cubicBezTo>
                <a:cubicBezTo>
                  <a:pt x="167311" y="159336"/>
                  <a:pt x="168200" y="158381"/>
                  <a:pt x="169072" y="157407"/>
                </a:cubicBezTo>
                <a:cubicBezTo>
                  <a:pt x="169943" y="156433"/>
                  <a:pt x="170793" y="155441"/>
                  <a:pt x="171622" y="154433"/>
                </a:cubicBezTo>
                <a:cubicBezTo>
                  <a:pt x="172453" y="153423"/>
                  <a:pt x="173263" y="152399"/>
                  <a:pt x="174051" y="151357"/>
                </a:cubicBezTo>
                <a:cubicBezTo>
                  <a:pt x="174840" y="150317"/>
                  <a:pt x="175608" y="149259"/>
                  <a:pt x="176354" y="148186"/>
                </a:cubicBezTo>
                <a:cubicBezTo>
                  <a:pt x="177099" y="147114"/>
                  <a:pt x="177824" y="146027"/>
                  <a:pt x="178526" y="144925"/>
                </a:cubicBezTo>
                <a:cubicBezTo>
                  <a:pt x="179228" y="143824"/>
                  <a:pt x="179908" y="142708"/>
                  <a:pt x="180563" y="141579"/>
                </a:cubicBezTo>
                <a:cubicBezTo>
                  <a:pt x="181220" y="140449"/>
                  <a:pt x="181854" y="139307"/>
                  <a:pt x="182465" y="138152"/>
                </a:cubicBezTo>
                <a:cubicBezTo>
                  <a:pt x="183075" y="136996"/>
                  <a:pt x="183661" y="135830"/>
                  <a:pt x="184225" y="134651"/>
                </a:cubicBezTo>
                <a:cubicBezTo>
                  <a:pt x="184788" y="133473"/>
                  <a:pt x="185328" y="132283"/>
                  <a:pt x="185842" y="131081"/>
                </a:cubicBezTo>
                <a:cubicBezTo>
                  <a:pt x="186357" y="129882"/>
                  <a:pt x="186848" y="128671"/>
                  <a:pt x="187314" y="127450"/>
                </a:cubicBezTo>
                <a:cubicBezTo>
                  <a:pt x="187779" y="126229"/>
                  <a:pt x="188220" y="125001"/>
                  <a:pt x="188636" y="123762"/>
                </a:cubicBezTo>
                <a:cubicBezTo>
                  <a:pt x="189053" y="122524"/>
                  <a:pt x="189444" y="121278"/>
                  <a:pt x="189810" y="120023"/>
                </a:cubicBezTo>
                <a:cubicBezTo>
                  <a:pt x="190175" y="118769"/>
                  <a:pt x="190515" y="117508"/>
                  <a:pt x="190829" y="116239"/>
                </a:cubicBezTo>
                <a:cubicBezTo>
                  <a:pt x="191143" y="114971"/>
                  <a:pt x="191433" y="113698"/>
                  <a:pt x="191695" y="112417"/>
                </a:cubicBezTo>
                <a:cubicBezTo>
                  <a:pt x="191958" y="111137"/>
                  <a:pt x="192194" y="109854"/>
                  <a:pt x="192405" y="108564"/>
                </a:cubicBezTo>
                <a:cubicBezTo>
                  <a:pt x="192616" y="107276"/>
                  <a:pt x="192800" y="105983"/>
                  <a:pt x="192959" y="104685"/>
                </a:cubicBezTo>
                <a:cubicBezTo>
                  <a:pt x="193119" y="103388"/>
                  <a:pt x="193251" y="102089"/>
                  <a:pt x="193356" y="100786"/>
                </a:cubicBezTo>
                <a:cubicBezTo>
                  <a:pt x="193462" y="99485"/>
                  <a:pt x="193541" y="98180"/>
                  <a:pt x="193594" y="96876"/>
                </a:cubicBezTo>
                <a:cubicBezTo>
                  <a:pt x="193647" y="95570"/>
                  <a:pt x="193673" y="94264"/>
                  <a:pt x="193673" y="92958"/>
                </a:cubicBezTo>
                <a:cubicBezTo>
                  <a:pt x="193673" y="91650"/>
                  <a:pt x="193647" y="90346"/>
                  <a:pt x="193594" y="89040"/>
                </a:cubicBezTo>
                <a:cubicBezTo>
                  <a:pt x="193541" y="87734"/>
                  <a:pt x="193462" y="86431"/>
                  <a:pt x="193356" y="85129"/>
                </a:cubicBezTo>
                <a:cubicBezTo>
                  <a:pt x="193251" y="83826"/>
                  <a:pt x="193119" y="82528"/>
                  <a:pt x="192959" y="81230"/>
                </a:cubicBezTo>
                <a:cubicBezTo>
                  <a:pt x="192800" y="79934"/>
                  <a:pt x="192616" y="78641"/>
                  <a:pt x="192405" y="77351"/>
                </a:cubicBezTo>
                <a:cubicBezTo>
                  <a:pt x="192194" y="76062"/>
                  <a:pt x="191958" y="74777"/>
                  <a:pt x="191695" y="73497"/>
                </a:cubicBezTo>
                <a:cubicBezTo>
                  <a:pt x="191433" y="72218"/>
                  <a:pt x="191143" y="70945"/>
                  <a:pt x="190829" y="69676"/>
                </a:cubicBezTo>
                <a:cubicBezTo>
                  <a:pt x="190515" y="68408"/>
                  <a:pt x="190175" y="67147"/>
                  <a:pt x="189810" y="65893"/>
                </a:cubicBezTo>
                <a:cubicBezTo>
                  <a:pt x="189444" y="64639"/>
                  <a:pt x="189053" y="63392"/>
                  <a:pt x="188636" y="62154"/>
                </a:cubicBezTo>
                <a:cubicBezTo>
                  <a:pt x="188220" y="60915"/>
                  <a:pt x="187779" y="59685"/>
                  <a:pt x="187314" y="58465"/>
                </a:cubicBezTo>
                <a:cubicBezTo>
                  <a:pt x="186848" y="57245"/>
                  <a:pt x="186357" y="56035"/>
                  <a:pt x="185842" y="54833"/>
                </a:cubicBezTo>
                <a:cubicBezTo>
                  <a:pt x="185328" y="53633"/>
                  <a:pt x="184788" y="52443"/>
                  <a:pt x="184225" y="51265"/>
                </a:cubicBezTo>
                <a:cubicBezTo>
                  <a:pt x="183661" y="50086"/>
                  <a:pt x="183075" y="48918"/>
                  <a:pt x="182465" y="47764"/>
                </a:cubicBezTo>
                <a:cubicBezTo>
                  <a:pt x="181854" y="46609"/>
                  <a:pt x="181220" y="45466"/>
                  <a:pt x="180563" y="44337"/>
                </a:cubicBezTo>
                <a:cubicBezTo>
                  <a:pt x="179908" y="43208"/>
                  <a:pt x="179228" y="42092"/>
                  <a:pt x="178526" y="40991"/>
                </a:cubicBezTo>
                <a:cubicBezTo>
                  <a:pt x="177824" y="39888"/>
                  <a:pt x="177099" y="38801"/>
                  <a:pt x="176354" y="37728"/>
                </a:cubicBezTo>
                <a:cubicBezTo>
                  <a:pt x="175608" y="36656"/>
                  <a:pt x="174840" y="35599"/>
                  <a:pt x="174051" y="34557"/>
                </a:cubicBezTo>
                <a:cubicBezTo>
                  <a:pt x="173263" y="33517"/>
                  <a:pt x="172453" y="32491"/>
                  <a:pt x="171622" y="31483"/>
                </a:cubicBezTo>
                <a:cubicBezTo>
                  <a:pt x="170793" y="30474"/>
                  <a:pt x="169943" y="29483"/>
                  <a:pt x="169072" y="28509"/>
                </a:cubicBezTo>
                <a:cubicBezTo>
                  <a:pt x="168200" y="27535"/>
                  <a:pt x="167311" y="26578"/>
                  <a:pt x="166402" y="25641"/>
                </a:cubicBezTo>
                <a:cubicBezTo>
                  <a:pt x="165492" y="24702"/>
                  <a:pt x="164564" y="23783"/>
                  <a:pt x="163617" y="22882"/>
                </a:cubicBezTo>
                <a:cubicBezTo>
                  <a:pt x="162672" y="21982"/>
                  <a:pt x="161707" y="21101"/>
                  <a:pt x="160725" y="20240"/>
                </a:cubicBezTo>
                <a:cubicBezTo>
                  <a:pt x="159743" y="19378"/>
                  <a:pt x="158743" y="18538"/>
                  <a:pt x="157727" y="17716"/>
                </a:cubicBezTo>
                <a:cubicBezTo>
                  <a:pt x="156711" y="16895"/>
                  <a:pt x="155678" y="16096"/>
                  <a:pt x="154629" y="15317"/>
                </a:cubicBezTo>
                <a:cubicBezTo>
                  <a:pt x="153581" y="14538"/>
                  <a:pt x="152517" y="13781"/>
                  <a:pt x="151437" y="13045"/>
                </a:cubicBezTo>
                <a:cubicBezTo>
                  <a:pt x="150358" y="12309"/>
                  <a:pt x="149264" y="11594"/>
                  <a:pt x="148155" y="10903"/>
                </a:cubicBezTo>
                <a:cubicBezTo>
                  <a:pt x="147047" y="10211"/>
                  <a:pt x="145925" y="9542"/>
                  <a:pt x="144789" y="8897"/>
                </a:cubicBezTo>
                <a:cubicBezTo>
                  <a:pt x="143654" y="8251"/>
                  <a:pt x="142506" y="7628"/>
                  <a:pt x="141345" y="7027"/>
                </a:cubicBezTo>
                <a:cubicBezTo>
                  <a:pt x="140185" y="6428"/>
                  <a:pt x="139012" y="5851"/>
                  <a:pt x="137828" y="5301"/>
                </a:cubicBezTo>
                <a:cubicBezTo>
                  <a:pt x="136644" y="4748"/>
                  <a:pt x="135450" y="4220"/>
                  <a:pt x="134244" y="3716"/>
                </a:cubicBezTo>
                <a:cubicBezTo>
                  <a:pt x="133039" y="3212"/>
                  <a:pt x="131823" y="2734"/>
                  <a:pt x="130599" y="2280"/>
                </a:cubicBezTo>
                <a:cubicBezTo>
                  <a:pt x="129374" y="1824"/>
                  <a:pt x="128140" y="1396"/>
                  <a:pt x="126898" y="991"/>
                </a:cubicBezTo>
                <a:cubicBezTo>
                  <a:pt x="125656" y="586"/>
                  <a:pt x="124406" y="207"/>
                  <a:pt x="123148" y="-147"/>
                </a:cubicBezTo>
                <a:lnTo>
                  <a:pt x="123148" y="186062"/>
                </a:lnTo>
                <a:close/>
              </a:path>
            </a:pathLst>
          </a:custGeom>
          <a:solidFill>
            <a:schemeClr val="accent1"/>
          </a:solidFill>
          <a:ln w="1601" cap="flat">
            <a:noFill/>
            <a:prstDash val="solid"/>
            <a:miter/>
          </a:ln>
        </p:spPr>
        <p:txBody>
          <a:bodyPr rtlCol="0" anchor="ctr"/>
          <a:lstStyle/>
          <a:p>
            <a:endParaRPr lang="en-US"/>
          </a:p>
        </p:txBody>
      </p:sp>
      <p:sp>
        <p:nvSpPr>
          <p:cNvPr id="4" name="日期占位符 3"/>
          <p:cNvSpPr>
            <a:spLocks noGrp="1"/>
          </p:cNvSpPr>
          <p:nvPr>
            <p:ph type="dt" sz="half" idx="10"/>
            <p:custDataLst>
              <p:tags r:id="rId15"/>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16"/>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7"/>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430998" y="7452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4" name="日期占位符 3"/>
          <p:cNvSpPr>
            <a:spLocks noGrp="1"/>
          </p:cNvSpPr>
          <p:nvPr>
            <p:ph type="dt" sz="half" idx="10"/>
            <p:custDataLst>
              <p:tags r:id="rId3"/>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6"/>
            </p:custDataLst>
          </p:nvPr>
        </p:nvSpPr>
        <p:spPr/>
        <p:txBody>
          <a:bodyPr wrap="square">
            <a:normAutofit/>
          </a:bodyPr>
          <a:lstStyle>
            <a:lvl1pPr>
              <a:defRPr u="none" strike="noStrike" kern="1200" cap="none" spc="0" normalizeH="0">
                <a:solidFill>
                  <a:srgbClr val="FFFFFF"/>
                </a:solidFill>
                <a:uFillTx/>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7"/>
            </p:custDataLst>
          </p:nvPr>
        </p:nvSpPr>
        <p:spPr/>
        <p:txBody>
          <a:bodyPr wrap="square">
            <a:normAutofit/>
          </a:bodyPr>
          <a:lstStyle>
            <a:lvl1pPr>
              <a:defRPr u="none" strike="noStrike" kern="1200" cap="none" spc="0" normalizeH="0">
                <a:solidFill>
                  <a:srgbClr val="FFFFF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8" name="图片 7" descr="卡通人物&#10;&#10;低可信度描述已自动生成"/>
          <p:cNvPicPr>
            <a:picLocks noChangeAspect="1"/>
          </p:cNvPicPr>
          <p:nvPr userDrawn="1">
            <p:custDataLst>
              <p:tags r:id="rId2"/>
            </p:custDataLst>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0" y="-18790"/>
            <a:ext cx="12192000" cy="6858000"/>
          </a:xfrm>
          <a:prstGeom prst="rect">
            <a:avLst/>
          </a:prstGeom>
        </p:spPr>
      </p:pic>
      <p:sp>
        <p:nvSpPr>
          <p:cNvPr id="7" name="副标题"/>
          <p:cNvSpPr txBox="1">
            <a:spLocks noGrp="1"/>
          </p:cNvSpPr>
          <p:nvPr>
            <p:ph type="body" idx="3" hasCustomPrompt="1"/>
            <p:custDataLst>
              <p:tags r:id="rId4"/>
            </p:custDataLst>
          </p:nvPr>
        </p:nvSpPr>
        <p:spPr>
          <a:xfrm>
            <a:off x="3736714" y="568994"/>
            <a:ext cx="4478372" cy="693748"/>
          </a:xfrm>
          <a:prstGeom prst="rect">
            <a:avLst/>
          </a:prstGeom>
          <a:noFill/>
        </p:spPr>
        <p:txBody>
          <a:bodyPr wrap="square" lIns="0" tIns="0" rIns="0" bIns="0" rtlCol="0" anchor="ctr" anchorCtr="1">
            <a:normAutofit/>
          </a:bodyPr>
          <a:lstStyle>
            <a:lvl1pPr marL="0" marR="0" algn="ctr" defTabSz="914400" rtl="0" eaLnBrk="1" fontAlgn="auto" latinLnBrk="0" hangingPunct="1">
              <a:lnSpc>
                <a:spcPct val="100000"/>
              </a:lnSpc>
              <a:buClrTx/>
              <a:buSzTx/>
              <a:buFontTx/>
              <a:buNone/>
              <a:defRPr kumimoji="0" lang="en-US" sz="4000" b="1" i="0" u="none" strike="noStrike" kern="1200" cap="none" spc="0" normalizeH="0" baseline="0" noProof="1" dirty="0">
                <a:solidFill>
                  <a:srgbClr val="FFFFFF"/>
                </a:solidFill>
                <a:uFillTx/>
                <a:latin typeface="+mj-lt"/>
              </a:defRPr>
            </a:lvl1pPr>
          </a:lstStyle>
          <a:p>
            <a:pPr lvl="0" algn="l"/>
            <a:r>
              <a:rPr dirty="0" err="1">
                <a:latin typeface="+mj-lt"/>
                <a:sym typeface="+mn-ea"/>
              </a:rPr>
              <a:t>Click to add text</a:t>
            </a:r>
            <a:endParaRPr dirty="0" err="1">
              <a:sym typeface="+mn-ea"/>
            </a:endParaRPr>
          </a:p>
        </p:txBody>
      </p:sp>
      <p:cxnSp>
        <p:nvCxnSpPr>
          <p:cNvPr id="18" name="直接连接符 17"/>
          <p:cNvCxnSpPr/>
          <p:nvPr userDrawn="1">
            <p:custDataLst>
              <p:tags r:id="rId5"/>
            </p:custDataLst>
          </p:nvPr>
        </p:nvCxnSpPr>
        <p:spPr>
          <a:xfrm>
            <a:off x="993913" y="1447137"/>
            <a:ext cx="1041223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custDataLst>
              <p:tags r:id="rId6"/>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7"/>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8"/>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pic>
        <p:nvPicPr>
          <p:cNvPr id="9" name="图片 8" descr="幻灯片3"/>
          <p:cNvPicPr>
            <a:picLocks noChangeAspect="1"/>
          </p:cNvPicPr>
          <p:nvPr>
            <p:custDataLst>
              <p:tags r:id="rId2"/>
            </p:custDataLst>
          </p:nvPr>
        </p:nvPicPr>
        <p:blipFill>
          <a:blip r:embed="rId3">
            <a:duotone>
              <a:prstClr val="black"/>
              <a:schemeClr val="accent1">
                <a:tint val="45000"/>
                <a:satMod val="400000"/>
              </a:schemeClr>
            </a:duotone>
            <a:lum bright="24000" contrast="42000"/>
          </a:blip>
          <a:stretch>
            <a:fillRect/>
          </a:stretch>
        </p:blipFill>
        <p:spPr>
          <a:xfrm>
            <a:off x="0" y="0"/>
            <a:ext cx="12192000" cy="6858000"/>
          </a:xfrm>
          <a:prstGeom prst="rect">
            <a:avLst/>
          </a:prstGeom>
        </p:spPr>
      </p:pic>
      <p:sp>
        <p:nvSpPr>
          <p:cNvPr id="8" name="节编号"/>
          <p:cNvSpPr txBox="1">
            <a:spLocks noGrp="1"/>
          </p:cNvSpPr>
          <p:nvPr>
            <p:ph type="body" idx="2" hasCustomPrompt="1"/>
            <p:custDataLst>
              <p:tags r:id="rId4"/>
            </p:custDataLst>
          </p:nvPr>
        </p:nvSpPr>
        <p:spPr>
          <a:xfrm>
            <a:off x="2292263" y="1277655"/>
            <a:ext cx="2088905" cy="3945697"/>
          </a:xfrm>
          <a:prstGeom prst="rect">
            <a:avLst/>
          </a:prstGeom>
          <a:noFill/>
        </p:spPr>
        <p:txBody>
          <a:bodyPr wrap="none" lIns="0" tIns="0" rIns="0" bIns="0" rtlCol="0" anchor="ctr" anchorCtr="0">
            <a:normAutofit/>
          </a:bodyPr>
          <a:lstStyle>
            <a:lvl1pPr marL="0" marR="0" algn="r" defTabSz="914400" rtl="0" eaLnBrk="1" fontAlgn="auto" latinLnBrk="0" hangingPunct="1">
              <a:lnSpc>
                <a:spcPct val="100000"/>
              </a:lnSpc>
              <a:buClrTx/>
              <a:buSzTx/>
              <a:buFontTx/>
              <a:buNone/>
              <a:defRPr kumimoji="0" lang="en-US" sz="4400" b="1" i="0" u="none" strike="noStrike" kern="1200" cap="none" spc="0" normalizeH="0" baseline="0" noProof="1" dirty="0">
                <a:solidFill>
                  <a:schemeClr val="accent1"/>
                </a:solidFill>
                <a:uFillTx/>
                <a:latin typeface="+mn-lt"/>
              </a:defRPr>
            </a:lvl1pPr>
          </a:lstStyle>
          <a:p>
            <a:pPr lvl="0" algn="r"/>
            <a:r>
              <a:rPr dirty="0" err="1">
                <a:latin typeface="+mn-lt"/>
                <a:sym typeface="+mn-ea"/>
              </a:rPr>
              <a:t>Click to add text</a:t>
            </a:r>
            <a:endParaRPr dirty="0" err="1">
              <a:sym typeface="+mn-ea"/>
            </a:endParaRPr>
          </a:p>
        </p:txBody>
      </p:sp>
      <p:sp>
        <p:nvSpPr>
          <p:cNvPr id="7" name="标题"/>
          <p:cNvSpPr txBox="1">
            <a:spLocks noGrp="1"/>
          </p:cNvSpPr>
          <p:nvPr>
            <p:ph type="title" idx="1" hasCustomPrompt="1"/>
            <p:custDataLst>
              <p:tags r:id="rId5"/>
            </p:custDataLst>
          </p:nvPr>
        </p:nvSpPr>
        <p:spPr>
          <a:xfrm>
            <a:off x="4924425" y="1277620"/>
            <a:ext cx="6221730" cy="3945890"/>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4400" b="1" i="0" u="none" strike="noStrike" kern="1200" cap="none" spc="0" normalizeH="0" baseline="0" noProof="1" dirty="0">
                <a:solidFill>
                  <a:srgbClr val="FFFFFF"/>
                </a:solidFill>
                <a:uFillTx/>
                <a:latin typeface="+mj-lt"/>
              </a:defRPr>
            </a:lvl1pPr>
          </a:lstStyle>
          <a:p>
            <a:pPr lvl="0"/>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6"/>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7"/>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8"/>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430998" y="7452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5" name="日期占位符 4"/>
          <p:cNvSpPr>
            <a:spLocks noGrp="1"/>
          </p:cNvSpPr>
          <p:nvPr>
            <p:ph type="dt" sz="half" idx="10"/>
            <p:custDataLst>
              <p:tags r:id="rId3"/>
            </p:custDataLst>
          </p:nvPr>
        </p:nvSpPr>
        <p:spPr>
          <a:xfrm>
            <a:off x="612000" y="6314400"/>
            <a:ext cx="2700000" cy="316800"/>
          </a:xfrm>
        </p:spPr>
        <p:txBody>
          <a:bodyPr/>
          <a:lstStyle/>
          <a:p>
            <a:r>
              <a:rPr lang="en-US"/>
              <a:t>Date Area</a:t>
            </a:r>
            <a:endParaRPr lang="en-US"/>
          </a:p>
        </p:txBody>
      </p:sp>
      <p:sp>
        <p:nvSpPr>
          <p:cNvPr id="6" name="页脚占位符 5"/>
          <p:cNvSpPr>
            <a:spLocks noGrp="1"/>
          </p:cNvSpPr>
          <p:nvPr>
            <p:ph type="ftr" sz="quarter" idx="11"/>
            <p:custDataLst>
              <p:tags r:id="rId4"/>
            </p:custDataLst>
          </p:nvPr>
        </p:nvSpPr>
        <p:spPr>
          <a:xfrm>
            <a:off x="4116000" y="6314400"/>
            <a:ext cx="3960000" cy="316800"/>
          </a:xfrm>
        </p:spPr>
        <p:txBody>
          <a:bodyPr/>
          <a:lstStyle/>
          <a:p>
            <a:endParaRPr lang="en-US" dirty="0"/>
          </a:p>
        </p:txBody>
      </p:sp>
      <p:sp>
        <p:nvSpPr>
          <p:cNvPr id="7" name="灯片编号占位符 6"/>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6"/>
            </p:custDataLst>
          </p:nvPr>
        </p:nvSpPr>
        <p:spPr/>
        <p:txBody>
          <a:bodyPr vert="horz" wrap="square" lIns="0" tIns="0" rIns="0" bIns="0" rtlCol="0" anchor="b">
            <a:normAutofit/>
          </a:bodyPr>
          <a:lstStyle>
            <a:lvl1pPr>
              <a:defRPr lang="en-US" u="none" strike="noStrike" kern="1200" cap="none" spc="0" normalizeH="0" dirty="0">
                <a:solidFill>
                  <a:srgbClr val="FFFFFF"/>
                </a:solidFill>
                <a:uFillTx/>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7"/>
            </p:custDataLst>
          </p:nvPr>
        </p:nvSpPr>
        <p:spPr>
          <a:xfrm>
            <a:off x="695960" y="1301750"/>
            <a:ext cx="5323840" cy="4875850"/>
          </a:xfrm>
        </p:spPr>
        <p:txBody>
          <a:bodyPr wrap="square">
            <a:normAutofit/>
          </a:bodyPr>
          <a:lstStyle>
            <a:lvl1pPr>
              <a:defRPr u="none" strike="noStrike" kern="1200" cap="none" spc="0" normalizeH="0">
                <a:solidFill>
                  <a:srgbClr val="FFFFFF"/>
                </a:solidFill>
                <a:uFillTx/>
                <a:latin typeface="+mn-lt"/>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8"/>
            </p:custDataLst>
          </p:nvPr>
        </p:nvSpPr>
        <p:spPr>
          <a:xfrm>
            <a:off x="6172200" y="1301750"/>
            <a:ext cx="5323840" cy="4875850"/>
          </a:xfrm>
        </p:spPr>
        <p:txBody>
          <a:bodyPr wrap="square">
            <a:normAutofit/>
          </a:bodyPr>
          <a:lstStyle>
            <a:lvl1pPr>
              <a:defRPr u="none" strike="noStrike" kern="1200" cap="none" spc="0" normalizeH="0">
                <a:solidFill>
                  <a:srgbClr val="FFFFF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日期占位符 6"/>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8" name="页脚占位符 7"/>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9" name="灯片编号占位符 8"/>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839788" y="360000"/>
            <a:ext cx="10515600" cy="864000"/>
          </a:xfrm>
        </p:spPr>
        <p:txBody>
          <a:bodyPr vert="horz" wrap="square" lIns="0" tIns="0" rIns="0" bIns="0" rtlCol="0" anchor="b">
            <a:normAutofit/>
          </a:bodyPr>
          <a:lstStyle>
            <a:lvl1pPr>
              <a:defRPr lang="en-US" u="none" strike="noStrike" kern="1200" cap="none" spc="0" normalizeH="0" dirty="0">
                <a:solidFill>
                  <a:srgbClr val="FFFFFF"/>
                </a:solidFill>
                <a:uFillTx/>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6"/>
            </p:custDataLst>
          </p:nvPr>
        </p:nvSpPr>
        <p:spPr>
          <a:xfrm>
            <a:off x="695960" y="1301750"/>
            <a:ext cx="5323840" cy="411303"/>
          </a:xfrm>
        </p:spPr>
        <p:txBody>
          <a:bodyPr wrap="square" anchor="b">
            <a:normAutofit/>
          </a:bodyPr>
          <a:lstStyle>
            <a:lvl1pPr marL="0" indent="0">
              <a:buNone/>
              <a:defRPr sz="2400" b="1" u="none" strike="noStrike" kern="1200" cap="none" spc="0" normalizeH="0">
                <a:solidFill>
                  <a:srgbClr val="FFFFF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7"/>
            </p:custDataLst>
          </p:nvPr>
        </p:nvSpPr>
        <p:spPr>
          <a:xfrm>
            <a:off x="695960" y="1875099"/>
            <a:ext cx="5323840" cy="4300276"/>
          </a:xfrm>
        </p:spPr>
        <p:txBody>
          <a:bodyPr wrap="square">
            <a:normAutofit/>
          </a:bodyPr>
          <a:lstStyle>
            <a:lvl1pPr>
              <a:defRPr sz="2200" u="none" strike="noStrike" kern="1200" cap="none" spc="0" normalizeH="0">
                <a:solidFill>
                  <a:srgbClr val="FFFFFF"/>
                </a:solidFill>
                <a:uFillTx/>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8"/>
            </p:custDataLst>
          </p:nvPr>
        </p:nvSpPr>
        <p:spPr>
          <a:xfrm>
            <a:off x="6172200" y="1301750"/>
            <a:ext cx="5323840" cy="411303"/>
          </a:xfrm>
        </p:spPr>
        <p:txBody>
          <a:bodyPr wrap="square" anchor="b">
            <a:normAutofit/>
          </a:bodyPr>
          <a:lstStyle>
            <a:lvl1pPr marL="0" indent="0">
              <a:buNone/>
              <a:defRPr sz="2400" b="1" u="none" strike="noStrike" kern="1200" cap="none" spc="0" normalizeH="0">
                <a:solidFill>
                  <a:srgbClr val="FFFFF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9"/>
            </p:custDataLst>
          </p:nvPr>
        </p:nvSpPr>
        <p:spPr>
          <a:xfrm>
            <a:off x="6172200" y="1875099"/>
            <a:ext cx="5323840" cy="4300276"/>
          </a:xfrm>
        </p:spPr>
        <p:txBody>
          <a:bodyPr wrap="square">
            <a:normAutofit/>
          </a:bodyPr>
          <a:lstStyle>
            <a:lvl1pPr>
              <a:defRPr sz="2200" u="none" strike="noStrike" kern="1200" cap="none" spc="0" normalizeH="0">
                <a:solidFill>
                  <a:srgbClr val="FFFFF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lvl1pPr>
              <a:defRPr u="none" strike="noStrike" kern="1200" cap="none" spc="0" normalizeH="0">
                <a:solidFill>
                  <a:srgbClr val="FFFFFF"/>
                </a:solidFill>
                <a:uFillTx/>
                <a:latin typeface="+mj-lt"/>
              </a:defRPr>
            </a:lvl1pPr>
          </a:lstStyle>
          <a:p>
            <a:r>
              <a:rPr lang="en-US" dirty="0">
                <a:latin typeface="+mj-lt"/>
              </a:rPr>
              <a:t>Click to add title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Only">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3" name="内容占位符 1"/>
          <p:cNvSpPr>
            <a:spLocks noGrp="1"/>
          </p:cNvSpPr>
          <p:nvPr>
            <p:ph idx="1" hasCustomPrompt="1"/>
            <p:custDataLst>
              <p:tags r:id="rId5"/>
            </p:custDataLst>
          </p:nvPr>
        </p:nvSpPr>
        <p:spPr>
          <a:xfrm>
            <a:off x="695960" y="360045"/>
            <a:ext cx="10801985" cy="5817870"/>
          </a:xfrm>
        </p:spPr>
        <p:txBody>
          <a:bodyPr wrap="square">
            <a:normAutofit/>
          </a:bodyPr>
          <a:lstStyle>
            <a:lvl1pPr>
              <a:defRPr u="none" strike="noStrike" kern="1200" cap="none" spc="0" normalizeH="0">
                <a:solidFill>
                  <a:srgbClr val="FFFFF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and Subtitle">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430998" y="7452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6"/>
            </p:custDataLst>
          </p:nvPr>
        </p:nvSpPr>
        <p:spPr>
          <a:xfrm>
            <a:off x="839788" y="360000"/>
            <a:ext cx="10515600" cy="864000"/>
          </a:xfrm>
        </p:spPr>
        <p:txBody>
          <a:bodyPr wrap="square">
            <a:normAutofit/>
          </a:bodyPr>
          <a:lstStyle>
            <a:lvl1pPr>
              <a:defRPr u="none" strike="noStrike" kern="1200" cap="none" spc="0" normalizeH="0">
                <a:solidFill>
                  <a:srgbClr val="FFFFFF"/>
                </a:solidFill>
                <a:uFillTx/>
                <a:latin typeface="+mj-lt"/>
              </a:defRPr>
            </a:lvl1pPr>
          </a:lstStyle>
          <a:p>
            <a:r>
              <a:rPr lang="en-US" dirty="0">
                <a:latin typeface="+mj-lt"/>
              </a:rPr>
              <a:t>Click to add title</a:t>
            </a:r>
            <a:endParaRPr lang="en-US" dirty="0"/>
          </a:p>
        </p:txBody>
      </p:sp>
      <p:sp>
        <p:nvSpPr>
          <p:cNvPr id="9" name="文本占位符 8"/>
          <p:cNvSpPr>
            <a:spLocks noGrp="1"/>
          </p:cNvSpPr>
          <p:nvPr>
            <p:ph type="body" idx="1" hasCustomPrompt="1"/>
            <p:custDataLst>
              <p:tags r:id="rId7"/>
            </p:custDataLst>
          </p:nvPr>
        </p:nvSpPr>
        <p:spPr>
          <a:xfrm>
            <a:off x="695960" y="1301750"/>
            <a:ext cx="10799088" cy="405553"/>
          </a:xfrm>
        </p:spPr>
        <p:txBody>
          <a:bodyPr wrap="square" anchor="t">
            <a:normAutofit/>
          </a:bodyPr>
          <a:lstStyle>
            <a:lvl1pPr marL="0" indent="0">
              <a:buNone/>
              <a:defRPr sz="2400" b="0" u="none" strike="noStrike" kern="1200" cap="none" spc="0" normalizeH="0">
                <a:solidFill>
                  <a:srgbClr val="FFFFF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showMasterSp="0">
  <p:cSld name="End Slide">
    <p:spTree>
      <p:nvGrpSpPr>
        <p:cNvPr id="1" name=""/>
        <p:cNvGrpSpPr/>
        <p:nvPr/>
      </p:nvGrpSpPr>
      <p:grpSpPr>
        <a:xfrm>
          <a:off x="0" y="0"/>
          <a:ext cx="0" cy="0"/>
          <a:chOff x="0" y="0"/>
          <a:chExt cx="0" cy="0"/>
        </a:xfrm>
      </p:grpSpPr>
      <p:pic>
        <p:nvPicPr>
          <p:cNvPr id="17" name="图片 16" descr="幻灯片1"/>
          <p:cNvPicPr>
            <a:picLocks noChangeAspect="1"/>
          </p:cNvPicPr>
          <p:nvPr userDrawn="1">
            <p:custDataLst>
              <p:tags r:id="rId2"/>
            </p:custDataLst>
          </p:nvPr>
        </p:nvPicPr>
        <p:blipFill>
          <a:blip r:embed="rId3">
            <a:duotone>
              <a:prstClr val="black"/>
              <a:schemeClr val="accent1">
                <a:tint val="45000"/>
                <a:satMod val="400000"/>
              </a:schemeClr>
            </a:duotone>
            <a:lum bright="24000" contrast="42000"/>
          </a:blip>
          <a:stretch>
            <a:fillRect/>
          </a:stretch>
        </p:blipFill>
        <p:spPr>
          <a:xfrm flipH="1">
            <a:off x="0" y="0"/>
            <a:ext cx="12192000" cy="6858000"/>
          </a:xfrm>
          <a:prstGeom prst="rect">
            <a:avLst/>
          </a:prstGeom>
        </p:spPr>
      </p:pic>
      <p:sp>
        <p:nvSpPr>
          <p:cNvPr id="12" name="署名"/>
          <p:cNvSpPr txBox="1">
            <a:spLocks noGrp="1"/>
          </p:cNvSpPr>
          <p:nvPr>
            <p:ph type="body" idx="9" hasCustomPrompt="1"/>
            <p:custDataLst>
              <p:tags r:id="rId4"/>
            </p:custDataLst>
          </p:nvPr>
        </p:nvSpPr>
        <p:spPr>
          <a:xfrm>
            <a:off x="6253407" y="3759791"/>
            <a:ext cx="2880000" cy="421640"/>
          </a:xfrm>
          <a:prstGeom prst="rect">
            <a:avLst/>
          </a:prstGeom>
          <a:noFill/>
        </p:spPr>
        <p:txBody>
          <a:bodyPr wrap="square" lIns="0" tIns="0" rIns="0" bIns="0" rtlCol="0" anchor="ctr">
            <a:normAutofit/>
          </a:bodyPr>
          <a:lstStyle>
            <a:lvl1pPr marL="0" marR="0" algn="l" defTabSz="914400" rtl="0" eaLnBrk="1" fontAlgn="auto" latinLnBrk="0" hangingPunct="1">
              <a:lnSpc>
                <a:spcPct val="150000"/>
              </a:lnSpc>
              <a:buClrTx/>
              <a:buSzTx/>
              <a:buFontTx/>
              <a:buNone/>
              <a:defRPr kumimoji="0" lang="en-US" sz="1600" b="0" i="0" u="none" strike="noStrike" kern="1200" cap="none" spc="0" normalizeH="0" baseline="0" noProof="1" dirty="0">
                <a:solidFill>
                  <a:srgbClr val="FFFFFF"/>
                </a:solidFill>
                <a:uFillTx/>
                <a:latin typeface="+mn-lt"/>
              </a:defRPr>
            </a:lvl1pPr>
          </a:lstStyle>
          <a:p>
            <a:pPr lvl="0">
              <a:lnSpc>
                <a:spcPct val="150000"/>
              </a:lnSpc>
            </a:pPr>
            <a:r>
              <a:rPr lang="en-US" dirty="0">
                <a:latin typeface="+mn-lt"/>
                <a:sym typeface="+mn-ea"/>
              </a:rPr>
              <a:t>Click to add text</a:t>
            </a:r>
            <a:endParaRPr lang="en-US" dirty="0">
              <a:sym typeface="+mn-ea"/>
            </a:endParaRPr>
          </a:p>
        </p:txBody>
      </p:sp>
      <p:sp>
        <p:nvSpPr>
          <p:cNvPr id="8" name="标题"/>
          <p:cNvSpPr txBox="1">
            <a:spLocks noGrp="1"/>
          </p:cNvSpPr>
          <p:nvPr>
            <p:ph type="title" idx="8" hasCustomPrompt="1"/>
            <p:custDataLst>
              <p:tags r:id="rId5"/>
            </p:custDataLst>
          </p:nvPr>
        </p:nvSpPr>
        <p:spPr>
          <a:xfrm>
            <a:off x="6105525" y="2440470"/>
            <a:ext cx="5520055" cy="1217130"/>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400" b="1" i="0" u="none" strike="noStrike" kern="1200" cap="none" spc="0" normalizeH="0" baseline="0" noProof="1" dirty="0">
                <a:solidFill>
                  <a:srgbClr val="FFFFFF"/>
                </a:solidFill>
                <a:uFillTx/>
                <a:latin typeface="+mj-lt"/>
              </a:defRPr>
            </a:lvl1pPr>
          </a:lstStyle>
          <a:p>
            <a:pPr lvl="0"/>
            <a:r>
              <a:rPr dirty="0">
                <a:latin typeface="+mj-lt"/>
                <a:sym typeface="+mn-ea"/>
              </a:rPr>
              <a:t>Click to add title</a:t>
            </a:r>
            <a:endParaRPr dirty="0">
              <a:sym typeface="+mn-ea"/>
            </a:endParaRPr>
          </a:p>
        </p:txBody>
      </p:sp>
      <p:sp>
        <p:nvSpPr>
          <p:cNvPr id="7" name="矩形 6"/>
          <p:cNvSpPr/>
          <p:nvPr>
            <p:custDataLst>
              <p:tags r:id="rId6"/>
            </p:custDataLst>
          </p:nvPr>
        </p:nvSpPr>
        <p:spPr>
          <a:xfrm>
            <a:off x="6096000" y="3886432"/>
            <a:ext cx="64800" cy="25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10" name="任意多边形: 形状 9"/>
          <p:cNvSpPr/>
          <p:nvPr>
            <p:custDataLst>
              <p:tags r:id="rId7"/>
            </p:custDataLst>
          </p:nvPr>
        </p:nvSpPr>
        <p:spPr>
          <a:xfrm rot="13500000">
            <a:off x="11051540" y="5988685"/>
            <a:ext cx="789305" cy="6350"/>
          </a:xfrm>
          <a:custGeom>
            <a:avLst/>
            <a:gdLst>
              <a:gd name="connsiteX0" fmla="*/ 785936 w 789063"/>
              <a:gd name="connsiteY0" fmla="*/ 6019 h 6441"/>
              <a:gd name="connsiteX1" fmla="*/ 789157 w 789063"/>
              <a:gd name="connsiteY1" fmla="*/ 2798 h 6441"/>
              <a:gd name="connsiteX2" fmla="*/ 785936 w 789063"/>
              <a:gd name="connsiteY2" fmla="*/ -423 h 6441"/>
              <a:gd name="connsiteX3" fmla="*/ 785936 w 789063"/>
              <a:gd name="connsiteY3" fmla="*/ 6019 h 6441"/>
              <a:gd name="connsiteX4" fmla="*/ 785936 w 789063"/>
              <a:gd name="connsiteY4" fmla="*/ 6019 h 6441"/>
              <a:gd name="connsiteX5" fmla="*/ 93 w 789063"/>
              <a:gd name="connsiteY5" fmla="*/ 6019 h 6441"/>
              <a:gd name="connsiteX6" fmla="*/ 785936 w 789063"/>
              <a:gd name="connsiteY6" fmla="*/ 6019 h 6441"/>
              <a:gd name="connsiteX7" fmla="*/ 785936 w 789063"/>
              <a:gd name="connsiteY7" fmla="*/ -423 h 6441"/>
              <a:gd name="connsiteX8" fmla="*/ 93 w 789063"/>
              <a:gd name="connsiteY8" fmla="*/ -423 h 6441"/>
              <a:gd name="connsiteX9" fmla="*/ 93 w 789063"/>
              <a:gd name="connsiteY9" fmla="*/ 6019 h 6441"/>
              <a:gd name="connsiteX10" fmla="*/ 93 w 789063"/>
              <a:gd name="connsiteY10" fmla="*/ 6019 h 6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9063" h="6441">
                <a:moveTo>
                  <a:pt x="785936" y="6019"/>
                </a:moveTo>
                <a:cubicBezTo>
                  <a:pt x="787714" y="6019"/>
                  <a:pt x="789157" y="4576"/>
                  <a:pt x="789157" y="2798"/>
                </a:cubicBezTo>
                <a:cubicBezTo>
                  <a:pt x="789157" y="1019"/>
                  <a:pt x="787714" y="-423"/>
                  <a:pt x="785936" y="-423"/>
                </a:cubicBezTo>
                <a:cubicBezTo>
                  <a:pt x="785936" y="-423"/>
                  <a:pt x="785936" y="6019"/>
                  <a:pt x="785936" y="6019"/>
                </a:cubicBezTo>
                <a:cubicBezTo>
                  <a:pt x="785936" y="6019"/>
                  <a:pt x="785936" y="6019"/>
                  <a:pt x="785936" y="6019"/>
                </a:cubicBezTo>
                <a:close/>
                <a:moveTo>
                  <a:pt x="93" y="6019"/>
                </a:moveTo>
                <a:cubicBezTo>
                  <a:pt x="93" y="6019"/>
                  <a:pt x="785936" y="6019"/>
                  <a:pt x="785936" y="6019"/>
                </a:cubicBezTo>
                <a:cubicBezTo>
                  <a:pt x="785936" y="6019"/>
                  <a:pt x="785936" y="-423"/>
                  <a:pt x="785936" y="-423"/>
                </a:cubicBezTo>
                <a:cubicBezTo>
                  <a:pt x="785936" y="-423"/>
                  <a:pt x="93" y="-423"/>
                  <a:pt x="93" y="-423"/>
                </a:cubicBezTo>
                <a:cubicBezTo>
                  <a:pt x="93" y="-423"/>
                  <a:pt x="93" y="6019"/>
                  <a:pt x="93" y="6019"/>
                </a:cubicBezTo>
                <a:cubicBezTo>
                  <a:pt x="93" y="6019"/>
                  <a:pt x="93" y="6019"/>
                  <a:pt x="93" y="6019"/>
                </a:cubicBezTo>
                <a:close/>
              </a:path>
            </a:pathLst>
          </a:custGeom>
          <a:solidFill>
            <a:schemeClr val="accent1"/>
          </a:solidFill>
          <a:ln w="1601" cap="flat">
            <a:noFill/>
            <a:prstDash val="solid"/>
            <a:miter/>
          </a:ln>
        </p:spPr>
        <p:txBody>
          <a:bodyPr rtlCol="0" anchor="ctr"/>
          <a:lstStyle/>
          <a:p>
            <a:endParaRPr lang="en-US"/>
          </a:p>
        </p:txBody>
      </p:sp>
      <p:sp>
        <p:nvSpPr>
          <p:cNvPr id="11" name="任意多边形: 形状 10"/>
          <p:cNvSpPr/>
          <p:nvPr>
            <p:custDataLst>
              <p:tags r:id="rId8"/>
            </p:custDataLst>
          </p:nvPr>
        </p:nvSpPr>
        <p:spPr>
          <a:xfrm rot="13500000">
            <a:off x="10810240" y="5656580"/>
            <a:ext cx="756285" cy="6350"/>
          </a:xfrm>
          <a:custGeom>
            <a:avLst/>
            <a:gdLst>
              <a:gd name="connsiteX0" fmla="*/ 3132 w 756013"/>
              <a:gd name="connsiteY0" fmla="*/ -359 h 6441"/>
              <a:gd name="connsiteX1" fmla="*/ -89 w 756013"/>
              <a:gd name="connsiteY1" fmla="*/ 2861 h 6441"/>
              <a:gd name="connsiteX2" fmla="*/ 3132 w 756013"/>
              <a:gd name="connsiteY2" fmla="*/ 6082 h 6441"/>
              <a:gd name="connsiteX3" fmla="*/ 3132 w 756013"/>
              <a:gd name="connsiteY3" fmla="*/ -359 h 6441"/>
              <a:gd name="connsiteX4" fmla="*/ 3132 w 756013"/>
              <a:gd name="connsiteY4" fmla="*/ -359 h 6441"/>
              <a:gd name="connsiteX5" fmla="*/ 752704 w 756013"/>
              <a:gd name="connsiteY5" fmla="*/ 6082 h 6441"/>
              <a:gd name="connsiteX6" fmla="*/ 755925 w 756013"/>
              <a:gd name="connsiteY6" fmla="*/ 2861 h 6441"/>
              <a:gd name="connsiteX7" fmla="*/ 752704 w 756013"/>
              <a:gd name="connsiteY7" fmla="*/ -359 h 6441"/>
              <a:gd name="connsiteX8" fmla="*/ 752704 w 756013"/>
              <a:gd name="connsiteY8" fmla="*/ 6082 h 6441"/>
              <a:gd name="connsiteX9" fmla="*/ 752704 w 756013"/>
              <a:gd name="connsiteY9" fmla="*/ 6082 h 6441"/>
              <a:gd name="connsiteX10" fmla="*/ 3132 w 756013"/>
              <a:gd name="connsiteY10" fmla="*/ 6082 h 6441"/>
              <a:gd name="connsiteX11" fmla="*/ 752704 w 756013"/>
              <a:gd name="connsiteY11" fmla="*/ 6082 h 6441"/>
              <a:gd name="connsiteX12" fmla="*/ 752704 w 756013"/>
              <a:gd name="connsiteY12" fmla="*/ -359 h 6441"/>
              <a:gd name="connsiteX13" fmla="*/ 3132 w 756013"/>
              <a:gd name="connsiteY13" fmla="*/ -359 h 6441"/>
              <a:gd name="connsiteX14" fmla="*/ 3132 w 756013"/>
              <a:gd name="connsiteY14" fmla="*/ 6082 h 6441"/>
              <a:gd name="connsiteX15" fmla="*/ 3132 w 756013"/>
              <a:gd name="connsiteY15" fmla="*/ 6082 h 6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6013" h="6441">
                <a:moveTo>
                  <a:pt x="3132" y="-359"/>
                </a:moveTo>
                <a:cubicBezTo>
                  <a:pt x="1353" y="-359"/>
                  <a:pt x="-89" y="1083"/>
                  <a:pt x="-89" y="2861"/>
                </a:cubicBezTo>
                <a:cubicBezTo>
                  <a:pt x="-89" y="4641"/>
                  <a:pt x="1353" y="6082"/>
                  <a:pt x="3132" y="6082"/>
                </a:cubicBezTo>
                <a:cubicBezTo>
                  <a:pt x="3132" y="6082"/>
                  <a:pt x="3132" y="-359"/>
                  <a:pt x="3132" y="-359"/>
                </a:cubicBezTo>
                <a:cubicBezTo>
                  <a:pt x="3132" y="-359"/>
                  <a:pt x="3132" y="-359"/>
                  <a:pt x="3132" y="-359"/>
                </a:cubicBezTo>
                <a:close/>
                <a:moveTo>
                  <a:pt x="752704" y="6082"/>
                </a:moveTo>
                <a:cubicBezTo>
                  <a:pt x="754482" y="6082"/>
                  <a:pt x="755925" y="4641"/>
                  <a:pt x="755925" y="2861"/>
                </a:cubicBezTo>
                <a:cubicBezTo>
                  <a:pt x="755925" y="1083"/>
                  <a:pt x="754482" y="-359"/>
                  <a:pt x="752704" y="-359"/>
                </a:cubicBezTo>
                <a:cubicBezTo>
                  <a:pt x="752704" y="-359"/>
                  <a:pt x="752704" y="6082"/>
                  <a:pt x="752704" y="6082"/>
                </a:cubicBezTo>
                <a:cubicBezTo>
                  <a:pt x="752704" y="6082"/>
                  <a:pt x="752704" y="6082"/>
                  <a:pt x="752704" y="6082"/>
                </a:cubicBezTo>
                <a:close/>
                <a:moveTo>
                  <a:pt x="3132" y="6082"/>
                </a:moveTo>
                <a:cubicBezTo>
                  <a:pt x="3132" y="6082"/>
                  <a:pt x="752704" y="6082"/>
                  <a:pt x="752704" y="6082"/>
                </a:cubicBezTo>
                <a:cubicBezTo>
                  <a:pt x="752704" y="6082"/>
                  <a:pt x="752704" y="-359"/>
                  <a:pt x="752704" y="-359"/>
                </a:cubicBezTo>
                <a:cubicBezTo>
                  <a:pt x="752704" y="-359"/>
                  <a:pt x="3132" y="-359"/>
                  <a:pt x="3132" y="-359"/>
                </a:cubicBezTo>
                <a:cubicBezTo>
                  <a:pt x="3132" y="-359"/>
                  <a:pt x="3132" y="6082"/>
                  <a:pt x="3132" y="6082"/>
                </a:cubicBezTo>
                <a:cubicBezTo>
                  <a:pt x="3132" y="6082"/>
                  <a:pt x="3132" y="6082"/>
                  <a:pt x="3132" y="6082"/>
                </a:cubicBezTo>
                <a:close/>
              </a:path>
            </a:pathLst>
          </a:custGeom>
          <a:solidFill>
            <a:schemeClr val="accent1"/>
          </a:solidFill>
          <a:ln w="1601" cap="flat">
            <a:noFill/>
            <a:prstDash val="solid"/>
            <a:miter/>
          </a:ln>
        </p:spPr>
        <p:txBody>
          <a:bodyPr rtlCol="0" anchor="ctr"/>
          <a:lstStyle/>
          <a:p>
            <a:endParaRPr lang="en-US"/>
          </a:p>
        </p:txBody>
      </p:sp>
      <p:sp>
        <p:nvSpPr>
          <p:cNvPr id="9" name="任意多边形: 形状 8"/>
          <p:cNvSpPr/>
          <p:nvPr>
            <p:custDataLst>
              <p:tags r:id="rId9"/>
            </p:custDataLst>
          </p:nvPr>
        </p:nvSpPr>
        <p:spPr>
          <a:xfrm rot="18900000">
            <a:off x="11212195" y="5724525"/>
            <a:ext cx="193675" cy="186055"/>
          </a:xfrm>
          <a:custGeom>
            <a:avLst/>
            <a:gdLst>
              <a:gd name="connsiteX0" fmla="*/ 70759 w 193437"/>
              <a:gd name="connsiteY0" fmla="*/ -147 h 186208"/>
              <a:gd name="connsiteX1" fmla="*/ 67009 w 193437"/>
              <a:gd name="connsiteY1" fmla="*/ 991 h 186208"/>
              <a:gd name="connsiteX2" fmla="*/ 63308 w 193437"/>
              <a:gd name="connsiteY2" fmla="*/ 2280 h 186208"/>
              <a:gd name="connsiteX3" fmla="*/ 59663 w 193437"/>
              <a:gd name="connsiteY3" fmla="*/ 3716 h 186208"/>
              <a:gd name="connsiteX4" fmla="*/ 56079 w 193437"/>
              <a:gd name="connsiteY4" fmla="*/ 5301 h 186208"/>
              <a:gd name="connsiteX5" fmla="*/ 52562 w 193437"/>
              <a:gd name="connsiteY5" fmla="*/ 7029 h 186208"/>
              <a:gd name="connsiteX6" fmla="*/ 49118 w 193437"/>
              <a:gd name="connsiteY6" fmla="*/ 8897 h 186208"/>
              <a:gd name="connsiteX7" fmla="*/ 45752 w 193437"/>
              <a:gd name="connsiteY7" fmla="*/ 10903 h 186208"/>
              <a:gd name="connsiteX8" fmla="*/ 42470 w 193437"/>
              <a:gd name="connsiteY8" fmla="*/ 13045 h 186208"/>
              <a:gd name="connsiteX9" fmla="*/ 39278 w 193437"/>
              <a:gd name="connsiteY9" fmla="*/ 15317 h 186208"/>
              <a:gd name="connsiteX10" fmla="*/ 36181 w 193437"/>
              <a:gd name="connsiteY10" fmla="*/ 17716 h 186208"/>
              <a:gd name="connsiteX11" fmla="*/ 33183 w 193437"/>
              <a:gd name="connsiteY11" fmla="*/ 20240 h 186208"/>
              <a:gd name="connsiteX12" fmla="*/ 30290 w 193437"/>
              <a:gd name="connsiteY12" fmla="*/ 22884 h 186208"/>
              <a:gd name="connsiteX13" fmla="*/ 27506 w 193437"/>
              <a:gd name="connsiteY13" fmla="*/ 25641 h 186208"/>
              <a:gd name="connsiteX14" fmla="*/ 24836 w 193437"/>
              <a:gd name="connsiteY14" fmla="*/ 28509 h 186208"/>
              <a:gd name="connsiteX15" fmla="*/ 22285 w 193437"/>
              <a:gd name="connsiteY15" fmla="*/ 31483 h 186208"/>
              <a:gd name="connsiteX16" fmla="*/ 19856 w 193437"/>
              <a:gd name="connsiteY16" fmla="*/ 34559 h 186208"/>
              <a:gd name="connsiteX17" fmla="*/ 17554 w 193437"/>
              <a:gd name="connsiteY17" fmla="*/ 37730 h 186208"/>
              <a:gd name="connsiteX18" fmla="*/ 15382 w 193437"/>
              <a:gd name="connsiteY18" fmla="*/ 40991 h 186208"/>
              <a:gd name="connsiteX19" fmla="*/ 13344 w 193437"/>
              <a:gd name="connsiteY19" fmla="*/ 44337 h 186208"/>
              <a:gd name="connsiteX20" fmla="*/ 11443 w 193437"/>
              <a:gd name="connsiteY20" fmla="*/ 47764 h 186208"/>
              <a:gd name="connsiteX21" fmla="*/ 9683 w 193437"/>
              <a:gd name="connsiteY21" fmla="*/ 51265 h 186208"/>
              <a:gd name="connsiteX22" fmla="*/ 8066 w 193437"/>
              <a:gd name="connsiteY22" fmla="*/ 54833 h 186208"/>
              <a:gd name="connsiteX23" fmla="*/ 6594 w 193437"/>
              <a:gd name="connsiteY23" fmla="*/ 58466 h 186208"/>
              <a:gd name="connsiteX24" fmla="*/ 5272 w 193437"/>
              <a:gd name="connsiteY24" fmla="*/ 62154 h 186208"/>
              <a:gd name="connsiteX25" fmla="*/ 4099 w 193437"/>
              <a:gd name="connsiteY25" fmla="*/ 65893 h 186208"/>
              <a:gd name="connsiteX26" fmla="*/ 3079 w 193437"/>
              <a:gd name="connsiteY26" fmla="*/ 69676 h 186208"/>
              <a:gd name="connsiteX27" fmla="*/ 2213 w 193437"/>
              <a:gd name="connsiteY27" fmla="*/ 73497 h 186208"/>
              <a:gd name="connsiteX28" fmla="*/ 1503 w 193437"/>
              <a:gd name="connsiteY28" fmla="*/ 77351 h 186208"/>
              <a:gd name="connsiteX29" fmla="*/ 949 w 193437"/>
              <a:gd name="connsiteY29" fmla="*/ 81230 h 186208"/>
              <a:gd name="connsiteX30" fmla="*/ 552 w 193437"/>
              <a:gd name="connsiteY30" fmla="*/ 85129 h 186208"/>
              <a:gd name="connsiteX31" fmla="*/ 314 w 193437"/>
              <a:gd name="connsiteY31" fmla="*/ 89040 h 186208"/>
              <a:gd name="connsiteX32" fmla="*/ 235 w 193437"/>
              <a:gd name="connsiteY32" fmla="*/ 92958 h 186208"/>
              <a:gd name="connsiteX33" fmla="*/ 314 w 193437"/>
              <a:gd name="connsiteY33" fmla="*/ 96876 h 186208"/>
              <a:gd name="connsiteX34" fmla="*/ 552 w 193437"/>
              <a:gd name="connsiteY34" fmla="*/ 100786 h 186208"/>
              <a:gd name="connsiteX35" fmla="*/ 949 w 193437"/>
              <a:gd name="connsiteY35" fmla="*/ 104685 h 186208"/>
              <a:gd name="connsiteX36" fmla="*/ 1503 w 193437"/>
              <a:gd name="connsiteY36" fmla="*/ 108564 h 186208"/>
              <a:gd name="connsiteX37" fmla="*/ 2213 w 193437"/>
              <a:gd name="connsiteY37" fmla="*/ 112417 h 186208"/>
              <a:gd name="connsiteX38" fmla="*/ 3079 w 193437"/>
              <a:gd name="connsiteY38" fmla="*/ 116239 h 186208"/>
              <a:gd name="connsiteX39" fmla="*/ 4099 w 193437"/>
              <a:gd name="connsiteY39" fmla="*/ 120023 h 186208"/>
              <a:gd name="connsiteX40" fmla="*/ 5272 w 193437"/>
              <a:gd name="connsiteY40" fmla="*/ 123761 h 186208"/>
              <a:gd name="connsiteX41" fmla="*/ 6594 w 193437"/>
              <a:gd name="connsiteY41" fmla="*/ 127450 h 186208"/>
              <a:gd name="connsiteX42" fmla="*/ 8066 w 193437"/>
              <a:gd name="connsiteY42" fmla="*/ 131081 h 186208"/>
              <a:gd name="connsiteX43" fmla="*/ 9683 w 193437"/>
              <a:gd name="connsiteY43" fmla="*/ 134651 h 186208"/>
              <a:gd name="connsiteX44" fmla="*/ 11443 w 193437"/>
              <a:gd name="connsiteY44" fmla="*/ 138151 h 186208"/>
              <a:gd name="connsiteX45" fmla="*/ 13344 w 193437"/>
              <a:gd name="connsiteY45" fmla="*/ 141578 h 186208"/>
              <a:gd name="connsiteX46" fmla="*/ 15382 w 193437"/>
              <a:gd name="connsiteY46" fmla="*/ 144925 h 186208"/>
              <a:gd name="connsiteX47" fmla="*/ 17554 w 193437"/>
              <a:gd name="connsiteY47" fmla="*/ 148186 h 186208"/>
              <a:gd name="connsiteX48" fmla="*/ 19856 w 193437"/>
              <a:gd name="connsiteY48" fmla="*/ 151357 h 186208"/>
              <a:gd name="connsiteX49" fmla="*/ 22285 w 193437"/>
              <a:gd name="connsiteY49" fmla="*/ 154431 h 186208"/>
              <a:gd name="connsiteX50" fmla="*/ 24836 w 193437"/>
              <a:gd name="connsiteY50" fmla="*/ 157406 h 186208"/>
              <a:gd name="connsiteX51" fmla="*/ 27506 w 193437"/>
              <a:gd name="connsiteY51" fmla="*/ 160274 h 186208"/>
              <a:gd name="connsiteX52" fmla="*/ 30290 w 193437"/>
              <a:gd name="connsiteY52" fmla="*/ 163032 h 186208"/>
              <a:gd name="connsiteX53" fmla="*/ 33183 w 193437"/>
              <a:gd name="connsiteY53" fmla="*/ 165675 h 186208"/>
              <a:gd name="connsiteX54" fmla="*/ 36181 w 193437"/>
              <a:gd name="connsiteY54" fmla="*/ 168198 h 186208"/>
              <a:gd name="connsiteX55" fmla="*/ 39278 w 193437"/>
              <a:gd name="connsiteY55" fmla="*/ 170598 h 186208"/>
              <a:gd name="connsiteX56" fmla="*/ 42470 w 193437"/>
              <a:gd name="connsiteY56" fmla="*/ 172870 h 186208"/>
              <a:gd name="connsiteX57" fmla="*/ 45752 w 193437"/>
              <a:gd name="connsiteY57" fmla="*/ 175012 h 186208"/>
              <a:gd name="connsiteX58" fmla="*/ 49118 w 193437"/>
              <a:gd name="connsiteY58" fmla="*/ 177018 h 186208"/>
              <a:gd name="connsiteX59" fmla="*/ 52562 w 193437"/>
              <a:gd name="connsiteY59" fmla="*/ 178888 h 186208"/>
              <a:gd name="connsiteX60" fmla="*/ 56079 w 193437"/>
              <a:gd name="connsiteY60" fmla="*/ 180614 h 186208"/>
              <a:gd name="connsiteX61" fmla="*/ 59663 w 193437"/>
              <a:gd name="connsiteY61" fmla="*/ 182198 h 186208"/>
              <a:gd name="connsiteX62" fmla="*/ 63308 w 193437"/>
              <a:gd name="connsiteY62" fmla="*/ 183635 h 186208"/>
              <a:gd name="connsiteX63" fmla="*/ 67009 w 193437"/>
              <a:gd name="connsiteY63" fmla="*/ 184923 h 186208"/>
              <a:gd name="connsiteX64" fmla="*/ 70759 w 193437"/>
              <a:gd name="connsiteY64" fmla="*/ 186062 h 186208"/>
              <a:gd name="connsiteX65" fmla="*/ 70759 w 193437"/>
              <a:gd name="connsiteY65" fmla="*/ -147 h 186208"/>
              <a:gd name="connsiteX66" fmla="*/ 123148 w 193437"/>
              <a:gd name="connsiteY66" fmla="*/ 186062 h 186208"/>
              <a:gd name="connsiteX67" fmla="*/ 126898 w 193437"/>
              <a:gd name="connsiteY67" fmla="*/ 184925 h 186208"/>
              <a:gd name="connsiteX68" fmla="*/ 130599 w 193437"/>
              <a:gd name="connsiteY68" fmla="*/ 183636 h 186208"/>
              <a:gd name="connsiteX69" fmla="*/ 134244 w 193437"/>
              <a:gd name="connsiteY69" fmla="*/ 182198 h 186208"/>
              <a:gd name="connsiteX70" fmla="*/ 137828 w 193437"/>
              <a:gd name="connsiteY70" fmla="*/ 180615 h 186208"/>
              <a:gd name="connsiteX71" fmla="*/ 141345 w 193437"/>
              <a:gd name="connsiteY71" fmla="*/ 178888 h 186208"/>
              <a:gd name="connsiteX72" fmla="*/ 144790 w 193437"/>
              <a:gd name="connsiteY72" fmla="*/ 177018 h 186208"/>
              <a:gd name="connsiteX73" fmla="*/ 148155 w 193437"/>
              <a:gd name="connsiteY73" fmla="*/ 175012 h 186208"/>
              <a:gd name="connsiteX74" fmla="*/ 151437 w 193437"/>
              <a:gd name="connsiteY74" fmla="*/ 172871 h 186208"/>
              <a:gd name="connsiteX75" fmla="*/ 154629 w 193437"/>
              <a:gd name="connsiteY75" fmla="*/ 170599 h 186208"/>
              <a:gd name="connsiteX76" fmla="*/ 157727 w 193437"/>
              <a:gd name="connsiteY76" fmla="*/ 168198 h 186208"/>
              <a:gd name="connsiteX77" fmla="*/ 160725 w 193437"/>
              <a:gd name="connsiteY77" fmla="*/ 165675 h 186208"/>
              <a:gd name="connsiteX78" fmla="*/ 163617 w 193437"/>
              <a:gd name="connsiteY78" fmla="*/ 163032 h 186208"/>
              <a:gd name="connsiteX79" fmla="*/ 166402 w 193437"/>
              <a:gd name="connsiteY79" fmla="*/ 160275 h 186208"/>
              <a:gd name="connsiteX80" fmla="*/ 169072 w 193437"/>
              <a:gd name="connsiteY80" fmla="*/ 157407 h 186208"/>
              <a:gd name="connsiteX81" fmla="*/ 171622 w 193437"/>
              <a:gd name="connsiteY81" fmla="*/ 154433 h 186208"/>
              <a:gd name="connsiteX82" fmla="*/ 174051 w 193437"/>
              <a:gd name="connsiteY82" fmla="*/ 151357 h 186208"/>
              <a:gd name="connsiteX83" fmla="*/ 176354 w 193437"/>
              <a:gd name="connsiteY83" fmla="*/ 148186 h 186208"/>
              <a:gd name="connsiteX84" fmla="*/ 178526 w 193437"/>
              <a:gd name="connsiteY84" fmla="*/ 144925 h 186208"/>
              <a:gd name="connsiteX85" fmla="*/ 180563 w 193437"/>
              <a:gd name="connsiteY85" fmla="*/ 141579 h 186208"/>
              <a:gd name="connsiteX86" fmla="*/ 182465 w 193437"/>
              <a:gd name="connsiteY86" fmla="*/ 138152 h 186208"/>
              <a:gd name="connsiteX87" fmla="*/ 184225 w 193437"/>
              <a:gd name="connsiteY87" fmla="*/ 134651 h 186208"/>
              <a:gd name="connsiteX88" fmla="*/ 185842 w 193437"/>
              <a:gd name="connsiteY88" fmla="*/ 131081 h 186208"/>
              <a:gd name="connsiteX89" fmla="*/ 187314 w 193437"/>
              <a:gd name="connsiteY89" fmla="*/ 127450 h 186208"/>
              <a:gd name="connsiteX90" fmla="*/ 188636 w 193437"/>
              <a:gd name="connsiteY90" fmla="*/ 123762 h 186208"/>
              <a:gd name="connsiteX91" fmla="*/ 189810 w 193437"/>
              <a:gd name="connsiteY91" fmla="*/ 120023 h 186208"/>
              <a:gd name="connsiteX92" fmla="*/ 190829 w 193437"/>
              <a:gd name="connsiteY92" fmla="*/ 116239 h 186208"/>
              <a:gd name="connsiteX93" fmla="*/ 191695 w 193437"/>
              <a:gd name="connsiteY93" fmla="*/ 112417 h 186208"/>
              <a:gd name="connsiteX94" fmla="*/ 192405 w 193437"/>
              <a:gd name="connsiteY94" fmla="*/ 108564 h 186208"/>
              <a:gd name="connsiteX95" fmla="*/ 192959 w 193437"/>
              <a:gd name="connsiteY95" fmla="*/ 104685 h 186208"/>
              <a:gd name="connsiteX96" fmla="*/ 193356 w 193437"/>
              <a:gd name="connsiteY96" fmla="*/ 100786 h 186208"/>
              <a:gd name="connsiteX97" fmla="*/ 193594 w 193437"/>
              <a:gd name="connsiteY97" fmla="*/ 96876 h 186208"/>
              <a:gd name="connsiteX98" fmla="*/ 193673 w 193437"/>
              <a:gd name="connsiteY98" fmla="*/ 92958 h 186208"/>
              <a:gd name="connsiteX99" fmla="*/ 193594 w 193437"/>
              <a:gd name="connsiteY99" fmla="*/ 89040 h 186208"/>
              <a:gd name="connsiteX100" fmla="*/ 193356 w 193437"/>
              <a:gd name="connsiteY100" fmla="*/ 85129 h 186208"/>
              <a:gd name="connsiteX101" fmla="*/ 192959 w 193437"/>
              <a:gd name="connsiteY101" fmla="*/ 81230 h 186208"/>
              <a:gd name="connsiteX102" fmla="*/ 192405 w 193437"/>
              <a:gd name="connsiteY102" fmla="*/ 77351 h 186208"/>
              <a:gd name="connsiteX103" fmla="*/ 191695 w 193437"/>
              <a:gd name="connsiteY103" fmla="*/ 73497 h 186208"/>
              <a:gd name="connsiteX104" fmla="*/ 190829 w 193437"/>
              <a:gd name="connsiteY104" fmla="*/ 69676 h 186208"/>
              <a:gd name="connsiteX105" fmla="*/ 189810 w 193437"/>
              <a:gd name="connsiteY105" fmla="*/ 65893 h 186208"/>
              <a:gd name="connsiteX106" fmla="*/ 188636 w 193437"/>
              <a:gd name="connsiteY106" fmla="*/ 62154 h 186208"/>
              <a:gd name="connsiteX107" fmla="*/ 187314 w 193437"/>
              <a:gd name="connsiteY107" fmla="*/ 58465 h 186208"/>
              <a:gd name="connsiteX108" fmla="*/ 185842 w 193437"/>
              <a:gd name="connsiteY108" fmla="*/ 54833 h 186208"/>
              <a:gd name="connsiteX109" fmla="*/ 184225 w 193437"/>
              <a:gd name="connsiteY109" fmla="*/ 51265 h 186208"/>
              <a:gd name="connsiteX110" fmla="*/ 182465 w 193437"/>
              <a:gd name="connsiteY110" fmla="*/ 47764 h 186208"/>
              <a:gd name="connsiteX111" fmla="*/ 180563 w 193437"/>
              <a:gd name="connsiteY111" fmla="*/ 44337 h 186208"/>
              <a:gd name="connsiteX112" fmla="*/ 178526 w 193437"/>
              <a:gd name="connsiteY112" fmla="*/ 40991 h 186208"/>
              <a:gd name="connsiteX113" fmla="*/ 176354 w 193437"/>
              <a:gd name="connsiteY113" fmla="*/ 37728 h 186208"/>
              <a:gd name="connsiteX114" fmla="*/ 174051 w 193437"/>
              <a:gd name="connsiteY114" fmla="*/ 34557 h 186208"/>
              <a:gd name="connsiteX115" fmla="*/ 171622 w 193437"/>
              <a:gd name="connsiteY115" fmla="*/ 31483 h 186208"/>
              <a:gd name="connsiteX116" fmla="*/ 169072 w 193437"/>
              <a:gd name="connsiteY116" fmla="*/ 28509 h 186208"/>
              <a:gd name="connsiteX117" fmla="*/ 166402 w 193437"/>
              <a:gd name="connsiteY117" fmla="*/ 25641 h 186208"/>
              <a:gd name="connsiteX118" fmla="*/ 163617 w 193437"/>
              <a:gd name="connsiteY118" fmla="*/ 22882 h 186208"/>
              <a:gd name="connsiteX119" fmla="*/ 160725 w 193437"/>
              <a:gd name="connsiteY119" fmla="*/ 20240 h 186208"/>
              <a:gd name="connsiteX120" fmla="*/ 157727 w 193437"/>
              <a:gd name="connsiteY120" fmla="*/ 17716 h 186208"/>
              <a:gd name="connsiteX121" fmla="*/ 154629 w 193437"/>
              <a:gd name="connsiteY121" fmla="*/ 15317 h 186208"/>
              <a:gd name="connsiteX122" fmla="*/ 151437 w 193437"/>
              <a:gd name="connsiteY122" fmla="*/ 13045 h 186208"/>
              <a:gd name="connsiteX123" fmla="*/ 148155 w 193437"/>
              <a:gd name="connsiteY123" fmla="*/ 10903 h 186208"/>
              <a:gd name="connsiteX124" fmla="*/ 144789 w 193437"/>
              <a:gd name="connsiteY124" fmla="*/ 8897 h 186208"/>
              <a:gd name="connsiteX125" fmla="*/ 141345 w 193437"/>
              <a:gd name="connsiteY125" fmla="*/ 7027 h 186208"/>
              <a:gd name="connsiteX126" fmla="*/ 137828 w 193437"/>
              <a:gd name="connsiteY126" fmla="*/ 5301 h 186208"/>
              <a:gd name="connsiteX127" fmla="*/ 134244 w 193437"/>
              <a:gd name="connsiteY127" fmla="*/ 3716 h 186208"/>
              <a:gd name="connsiteX128" fmla="*/ 130599 w 193437"/>
              <a:gd name="connsiteY128" fmla="*/ 2280 h 186208"/>
              <a:gd name="connsiteX129" fmla="*/ 126898 w 193437"/>
              <a:gd name="connsiteY129" fmla="*/ 991 h 186208"/>
              <a:gd name="connsiteX130" fmla="*/ 123148 w 193437"/>
              <a:gd name="connsiteY130" fmla="*/ -147 h 186208"/>
              <a:gd name="connsiteX131" fmla="*/ 123148 w 193437"/>
              <a:gd name="connsiteY131" fmla="*/ 186062 h 18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93437" h="186208">
                <a:moveTo>
                  <a:pt x="70759" y="-147"/>
                </a:moveTo>
                <a:cubicBezTo>
                  <a:pt x="69501" y="207"/>
                  <a:pt x="68251" y="587"/>
                  <a:pt x="67009" y="991"/>
                </a:cubicBezTo>
                <a:cubicBezTo>
                  <a:pt x="65767" y="1396"/>
                  <a:pt x="64533" y="1826"/>
                  <a:pt x="63308" y="2280"/>
                </a:cubicBezTo>
                <a:cubicBezTo>
                  <a:pt x="62084" y="2734"/>
                  <a:pt x="60869" y="3214"/>
                  <a:pt x="59663" y="3716"/>
                </a:cubicBezTo>
                <a:cubicBezTo>
                  <a:pt x="58458" y="4220"/>
                  <a:pt x="57263" y="4748"/>
                  <a:pt x="56079" y="5301"/>
                </a:cubicBezTo>
                <a:cubicBezTo>
                  <a:pt x="54895" y="5853"/>
                  <a:pt x="53723" y="6428"/>
                  <a:pt x="52562" y="7029"/>
                </a:cubicBezTo>
                <a:cubicBezTo>
                  <a:pt x="51401" y="7628"/>
                  <a:pt x="50253" y="8251"/>
                  <a:pt x="49118" y="8897"/>
                </a:cubicBezTo>
                <a:cubicBezTo>
                  <a:pt x="47982" y="9542"/>
                  <a:pt x="46860" y="10212"/>
                  <a:pt x="45752" y="10903"/>
                </a:cubicBezTo>
                <a:cubicBezTo>
                  <a:pt x="44644" y="11595"/>
                  <a:pt x="43550" y="12309"/>
                  <a:pt x="42470" y="13045"/>
                </a:cubicBezTo>
                <a:cubicBezTo>
                  <a:pt x="41391" y="13781"/>
                  <a:pt x="40327" y="14538"/>
                  <a:pt x="39278" y="15317"/>
                </a:cubicBezTo>
                <a:cubicBezTo>
                  <a:pt x="38230" y="16096"/>
                  <a:pt x="37197" y="16897"/>
                  <a:pt x="36181" y="17716"/>
                </a:cubicBezTo>
                <a:cubicBezTo>
                  <a:pt x="35164" y="18538"/>
                  <a:pt x="34165" y="19380"/>
                  <a:pt x="33183" y="20240"/>
                </a:cubicBezTo>
                <a:cubicBezTo>
                  <a:pt x="32201" y="21101"/>
                  <a:pt x="31236" y="21982"/>
                  <a:pt x="30290" y="22884"/>
                </a:cubicBezTo>
                <a:cubicBezTo>
                  <a:pt x="29343" y="23784"/>
                  <a:pt x="28415" y="24704"/>
                  <a:pt x="27506" y="25641"/>
                </a:cubicBezTo>
                <a:cubicBezTo>
                  <a:pt x="26597" y="26580"/>
                  <a:pt x="25707" y="27535"/>
                  <a:pt x="24836" y="28509"/>
                </a:cubicBezTo>
                <a:cubicBezTo>
                  <a:pt x="23966" y="29483"/>
                  <a:pt x="23115" y="30475"/>
                  <a:pt x="22285" y="31483"/>
                </a:cubicBezTo>
                <a:cubicBezTo>
                  <a:pt x="21455" y="32491"/>
                  <a:pt x="20645" y="33517"/>
                  <a:pt x="19856" y="34559"/>
                </a:cubicBezTo>
                <a:cubicBezTo>
                  <a:pt x="19067" y="35599"/>
                  <a:pt x="18300" y="36657"/>
                  <a:pt x="17554" y="37730"/>
                </a:cubicBezTo>
                <a:cubicBezTo>
                  <a:pt x="16808" y="38802"/>
                  <a:pt x="16084" y="39889"/>
                  <a:pt x="15382" y="40991"/>
                </a:cubicBezTo>
                <a:cubicBezTo>
                  <a:pt x="14680" y="42092"/>
                  <a:pt x="14001" y="43208"/>
                  <a:pt x="13344" y="44337"/>
                </a:cubicBezTo>
                <a:cubicBezTo>
                  <a:pt x="12687" y="45467"/>
                  <a:pt x="12054" y="46609"/>
                  <a:pt x="11443" y="47764"/>
                </a:cubicBezTo>
                <a:cubicBezTo>
                  <a:pt x="10833" y="48918"/>
                  <a:pt x="10246" y="50086"/>
                  <a:pt x="9683" y="51265"/>
                </a:cubicBezTo>
                <a:cubicBezTo>
                  <a:pt x="9120" y="52443"/>
                  <a:pt x="8581" y="53633"/>
                  <a:pt x="8066" y="54833"/>
                </a:cubicBezTo>
                <a:cubicBezTo>
                  <a:pt x="7551" y="56035"/>
                  <a:pt x="7060" y="57245"/>
                  <a:pt x="6594" y="58466"/>
                </a:cubicBezTo>
                <a:cubicBezTo>
                  <a:pt x="6129" y="59687"/>
                  <a:pt x="5688" y="60915"/>
                  <a:pt x="5272" y="62154"/>
                </a:cubicBezTo>
                <a:cubicBezTo>
                  <a:pt x="4855" y="63392"/>
                  <a:pt x="4465" y="64639"/>
                  <a:pt x="4099" y="65893"/>
                </a:cubicBezTo>
                <a:cubicBezTo>
                  <a:pt x="3733" y="67147"/>
                  <a:pt x="3393" y="68408"/>
                  <a:pt x="3079" y="69676"/>
                </a:cubicBezTo>
                <a:cubicBezTo>
                  <a:pt x="2764" y="70945"/>
                  <a:pt x="2476" y="72218"/>
                  <a:pt x="2213" y="73497"/>
                </a:cubicBezTo>
                <a:cubicBezTo>
                  <a:pt x="1950" y="74777"/>
                  <a:pt x="1713" y="76062"/>
                  <a:pt x="1503" y="77351"/>
                </a:cubicBezTo>
                <a:cubicBezTo>
                  <a:pt x="1292" y="78641"/>
                  <a:pt x="1107" y="79934"/>
                  <a:pt x="949" y="81230"/>
                </a:cubicBezTo>
                <a:cubicBezTo>
                  <a:pt x="790" y="82528"/>
                  <a:pt x="658" y="83827"/>
                  <a:pt x="552" y="85129"/>
                </a:cubicBezTo>
                <a:cubicBezTo>
                  <a:pt x="447" y="86431"/>
                  <a:pt x="367" y="87734"/>
                  <a:pt x="314" y="89040"/>
                </a:cubicBezTo>
                <a:cubicBezTo>
                  <a:pt x="262" y="90346"/>
                  <a:pt x="235" y="91650"/>
                  <a:pt x="235" y="92958"/>
                </a:cubicBezTo>
                <a:cubicBezTo>
                  <a:pt x="235" y="94264"/>
                  <a:pt x="262" y="95570"/>
                  <a:pt x="314" y="96876"/>
                </a:cubicBezTo>
                <a:cubicBezTo>
                  <a:pt x="367" y="98180"/>
                  <a:pt x="447" y="99485"/>
                  <a:pt x="552" y="100786"/>
                </a:cubicBezTo>
                <a:cubicBezTo>
                  <a:pt x="658" y="102089"/>
                  <a:pt x="790" y="103388"/>
                  <a:pt x="949" y="104685"/>
                </a:cubicBezTo>
                <a:cubicBezTo>
                  <a:pt x="1107" y="105983"/>
                  <a:pt x="1292" y="107274"/>
                  <a:pt x="1503" y="108564"/>
                </a:cubicBezTo>
                <a:cubicBezTo>
                  <a:pt x="1713" y="109854"/>
                  <a:pt x="1950" y="111137"/>
                  <a:pt x="2213" y="112417"/>
                </a:cubicBezTo>
                <a:cubicBezTo>
                  <a:pt x="2476" y="113698"/>
                  <a:pt x="2764" y="114971"/>
                  <a:pt x="3079" y="116239"/>
                </a:cubicBezTo>
                <a:cubicBezTo>
                  <a:pt x="3393" y="117508"/>
                  <a:pt x="3733" y="118769"/>
                  <a:pt x="4099" y="120023"/>
                </a:cubicBezTo>
                <a:cubicBezTo>
                  <a:pt x="4465" y="121278"/>
                  <a:pt x="4855" y="122522"/>
                  <a:pt x="5272" y="123761"/>
                </a:cubicBezTo>
                <a:cubicBezTo>
                  <a:pt x="5688" y="124999"/>
                  <a:pt x="6129" y="126229"/>
                  <a:pt x="6594" y="127450"/>
                </a:cubicBezTo>
                <a:cubicBezTo>
                  <a:pt x="7060" y="128671"/>
                  <a:pt x="7551" y="129882"/>
                  <a:pt x="8066" y="131081"/>
                </a:cubicBezTo>
                <a:cubicBezTo>
                  <a:pt x="8581" y="132283"/>
                  <a:pt x="9120" y="133473"/>
                  <a:pt x="9683" y="134651"/>
                </a:cubicBezTo>
                <a:cubicBezTo>
                  <a:pt x="10246" y="135830"/>
                  <a:pt x="10833" y="136996"/>
                  <a:pt x="11443" y="138151"/>
                </a:cubicBezTo>
                <a:cubicBezTo>
                  <a:pt x="12054" y="139307"/>
                  <a:pt x="12687" y="140449"/>
                  <a:pt x="13344" y="141578"/>
                </a:cubicBezTo>
                <a:cubicBezTo>
                  <a:pt x="14001" y="142708"/>
                  <a:pt x="14680" y="143822"/>
                  <a:pt x="15382" y="144925"/>
                </a:cubicBezTo>
                <a:cubicBezTo>
                  <a:pt x="16084" y="146027"/>
                  <a:pt x="16808" y="147114"/>
                  <a:pt x="17554" y="148186"/>
                </a:cubicBezTo>
                <a:cubicBezTo>
                  <a:pt x="18300" y="149259"/>
                  <a:pt x="19067" y="150315"/>
                  <a:pt x="19856" y="151357"/>
                </a:cubicBezTo>
                <a:cubicBezTo>
                  <a:pt x="20645" y="152399"/>
                  <a:pt x="21455" y="153423"/>
                  <a:pt x="22285" y="154431"/>
                </a:cubicBezTo>
                <a:cubicBezTo>
                  <a:pt x="23115" y="155441"/>
                  <a:pt x="23966" y="156431"/>
                  <a:pt x="24836" y="157406"/>
                </a:cubicBezTo>
                <a:cubicBezTo>
                  <a:pt x="25707" y="158380"/>
                  <a:pt x="26597" y="159336"/>
                  <a:pt x="27506" y="160274"/>
                </a:cubicBezTo>
                <a:cubicBezTo>
                  <a:pt x="28415" y="161212"/>
                  <a:pt x="29343" y="162132"/>
                  <a:pt x="30290" y="163032"/>
                </a:cubicBezTo>
                <a:cubicBezTo>
                  <a:pt x="31236" y="163934"/>
                  <a:pt x="32201" y="164815"/>
                  <a:pt x="33183" y="165675"/>
                </a:cubicBezTo>
                <a:cubicBezTo>
                  <a:pt x="34165" y="166536"/>
                  <a:pt x="35164" y="167377"/>
                  <a:pt x="36181" y="168198"/>
                </a:cubicBezTo>
                <a:cubicBezTo>
                  <a:pt x="37197" y="169019"/>
                  <a:pt x="38230" y="169820"/>
                  <a:pt x="39278" y="170598"/>
                </a:cubicBezTo>
                <a:cubicBezTo>
                  <a:pt x="40327" y="171377"/>
                  <a:pt x="41391" y="172135"/>
                  <a:pt x="42470" y="172870"/>
                </a:cubicBezTo>
                <a:cubicBezTo>
                  <a:pt x="43550" y="173607"/>
                  <a:pt x="44644" y="174321"/>
                  <a:pt x="45752" y="175012"/>
                </a:cubicBezTo>
                <a:cubicBezTo>
                  <a:pt x="46860" y="175704"/>
                  <a:pt x="47982" y="176372"/>
                  <a:pt x="49118" y="177018"/>
                </a:cubicBezTo>
                <a:cubicBezTo>
                  <a:pt x="50253" y="177665"/>
                  <a:pt x="51401" y="178289"/>
                  <a:pt x="52562" y="178888"/>
                </a:cubicBezTo>
                <a:cubicBezTo>
                  <a:pt x="53723" y="179487"/>
                  <a:pt x="54895" y="180063"/>
                  <a:pt x="56079" y="180614"/>
                </a:cubicBezTo>
                <a:cubicBezTo>
                  <a:pt x="57263" y="181168"/>
                  <a:pt x="58458" y="181696"/>
                  <a:pt x="59663" y="182198"/>
                </a:cubicBezTo>
                <a:cubicBezTo>
                  <a:pt x="60869" y="182703"/>
                  <a:pt x="62084" y="183181"/>
                  <a:pt x="63308" y="183635"/>
                </a:cubicBezTo>
                <a:cubicBezTo>
                  <a:pt x="64533" y="184091"/>
                  <a:pt x="65767" y="184521"/>
                  <a:pt x="67009" y="184923"/>
                </a:cubicBezTo>
                <a:cubicBezTo>
                  <a:pt x="68251" y="185329"/>
                  <a:pt x="69501" y="185707"/>
                  <a:pt x="70759" y="186062"/>
                </a:cubicBezTo>
                <a:lnTo>
                  <a:pt x="70759" y="-147"/>
                </a:lnTo>
                <a:close/>
                <a:moveTo>
                  <a:pt x="123148" y="186062"/>
                </a:moveTo>
                <a:cubicBezTo>
                  <a:pt x="124406" y="185707"/>
                  <a:pt x="125656" y="185329"/>
                  <a:pt x="126898" y="184925"/>
                </a:cubicBezTo>
                <a:cubicBezTo>
                  <a:pt x="128140" y="184521"/>
                  <a:pt x="129374" y="184091"/>
                  <a:pt x="130599" y="183636"/>
                </a:cubicBezTo>
                <a:cubicBezTo>
                  <a:pt x="131823" y="183182"/>
                  <a:pt x="133039" y="182703"/>
                  <a:pt x="134244" y="182198"/>
                </a:cubicBezTo>
                <a:cubicBezTo>
                  <a:pt x="135450" y="181696"/>
                  <a:pt x="136644" y="181168"/>
                  <a:pt x="137828" y="180615"/>
                </a:cubicBezTo>
                <a:cubicBezTo>
                  <a:pt x="139012" y="180063"/>
                  <a:pt x="140185" y="179487"/>
                  <a:pt x="141345" y="178888"/>
                </a:cubicBezTo>
                <a:cubicBezTo>
                  <a:pt x="142506" y="178289"/>
                  <a:pt x="143654" y="177665"/>
                  <a:pt x="144790" y="177018"/>
                </a:cubicBezTo>
                <a:cubicBezTo>
                  <a:pt x="145925" y="176374"/>
                  <a:pt x="147047" y="175704"/>
                  <a:pt x="148155" y="175012"/>
                </a:cubicBezTo>
                <a:cubicBezTo>
                  <a:pt x="149264" y="174321"/>
                  <a:pt x="150358" y="173607"/>
                  <a:pt x="151437" y="172871"/>
                </a:cubicBezTo>
                <a:cubicBezTo>
                  <a:pt x="152517" y="172135"/>
                  <a:pt x="153581" y="171379"/>
                  <a:pt x="154629" y="170599"/>
                </a:cubicBezTo>
                <a:cubicBezTo>
                  <a:pt x="155678" y="169820"/>
                  <a:pt x="156711" y="169019"/>
                  <a:pt x="157727" y="168198"/>
                </a:cubicBezTo>
                <a:cubicBezTo>
                  <a:pt x="158743" y="167378"/>
                  <a:pt x="159743" y="166538"/>
                  <a:pt x="160725" y="165675"/>
                </a:cubicBezTo>
                <a:cubicBezTo>
                  <a:pt x="161707" y="164815"/>
                  <a:pt x="162672" y="163934"/>
                  <a:pt x="163617" y="163032"/>
                </a:cubicBezTo>
                <a:cubicBezTo>
                  <a:pt x="164564" y="162132"/>
                  <a:pt x="165492" y="161212"/>
                  <a:pt x="166402" y="160275"/>
                </a:cubicBezTo>
                <a:cubicBezTo>
                  <a:pt x="167311" y="159336"/>
                  <a:pt x="168200" y="158381"/>
                  <a:pt x="169072" y="157407"/>
                </a:cubicBezTo>
                <a:cubicBezTo>
                  <a:pt x="169943" y="156433"/>
                  <a:pt x="170793" y="155441"/>
                  <a:pt x="171622" y="154433"/>
                </a:cubicBezTo>
                <a:cubicBezTo>
                  <a:pt x="172453" y="153423"/>
                  <a:pt x="173263" y="152399"/>
                  <a:pt x="174051" y="151357"/>
                </a:cubicBezTo>
                <a:cubicBezTo>
                  <a:pt x="174840" y="150317"/>
                  <a:pt x="175608" y="149259"/>
                  <a:pt x="176354" y="148186"/>
                </a:cubicBezTo>
                <a:cubicBezTo>
                  <a:pt x="177099" y="147114"/>
                  <a:pt x="177824" y="146027"/>
                  <a:pt x="178526" y="144925"/>
                </a:cubicBezTo>
                <a:cubicBezTo>
                  <a:pt x="179228" y="143824"/>
                  <a:pt x="179908" y="142708"/>
                  <a:pt x="180563" y="141579"/>
                </a:cubicBezTo>
                <a:cubicBezTo>
                  <a:pt x="181220" y="140449"/>
                  <a:pt x="181854" y="139307"/>
                  <a:pt x="182465" y="138152"/>
                </a:cubicBezTo>
                <a:cubicBezTo>
                  <a:pt x="183075" y="136996"/>
                  <a:pt x="183661" y="135830"/>
                  <a:pt x="184225" y="134651"/>
                </a:cubicBezTo>
                <a:cubicBezTo>
                  <a:pt x="184788" y="133473"/>
                  <a:pt x="185328" y="132283"/>
                  <a:pt x="185842" y="131081"/>
                </a:cubicBezTo>
                <a:cubicBezTo>
                  <a:pt x="186357" y="129882"/>
                  <a:pt x="186848" y="128671"/>
                  <a:pt x="187314" y="127450"/>
                </a:cubicBezTo>
                <a:cubicBezTo>
                  <a:pt x="187779" y="126229"/>
                  <a:pt x="188220" y="125001"/>
                  <a:pt x="188636" y="123762"/>
                </a:cubicBezTo>
                <a:cubicBezTo>
                  <a:pt x="189053" y="122524"/>
                  <a:pt x="189444" y="121278"/>
                  <a:pt x="189810" y="120023"/>
                </a:cubicBezTo>
                <a:cubicBezTo>
                  <a:pt x="190175" y="118769"/>
                  <a:pt x="190515" y="117508"/>
                  <a:pt x="190829" y="116239"/>
                </a:cubicBezTo>
                <a:cubicBezTo>
                  <a:pt x="191143" y="114971"/>
                  <a:pt x="191433" y="113698"/>
                  <a:pt x="191695" y="112417"/>
                </a:cubicBezTo>
                <a:cubicBezTo>
                  <a:pt x="191958" y="111137"/>
                  <a:pt x="192194" y="109854"/>
                  <a:pt x="192405" y="108564"/>
                </a:cubicBezTo>
                <a:cubicBezTo>
                  <a:pt x="192616" y="107276"/>
                  <a:pt x="192800" y="105983"/>
                  <a:pt x="192959" y="104685"/>
                </a:cubicBezTo>
                <a:cubicBezTo>
                  <a:pt x="193119" y="103388"/>
                  <a:pt x="193251" y="102089"/>
                  <a:pt x="193356" y="100786"/>
                </a:cubicBezTo>
                <a:cubicBezTo>
                  <a:pt x="193462" y="99485"/>
                  <a:pt x="193541" y="98180"/>
                  <a:pt x="193594" y="96876"/>
                </a:cubicBezTo>
                <a:cubicBezTo>
                  <a:pt x="193647" y="95570"/>
                  <a:pt x="193673" y="94264"/>
                  <a:pt x="193673" y="92958"/>
                </a:cubicBezTo>
                <a:cubicBezTo>
                  <a:pt x="193673" y="91650"/>
                  <a:pt x="193647" y="90346"/>
                  <a:pt x="193594" y="89040"/>
                </a:cubicBezTo>
                <a:cubicBezTo>
                  <a:pt x="193541" y="87734"/>
                  <a:pt x="193462" y="86431"/>
                  <a:pt x="193356" y="85129"/>
                </a:cubicBezTo>
                <a:cubicBezTo>
                  <a:pt x="193251" y="83826"/>
                  <a:pt x="193119" y="82528"/>
                  <a:pt x="192959" y="81230"/>
                </a:cubicBezTo>
                <a:cubicBezTo>
                  <a:pt x="192800" y="79934"/>
                  <a:pt x="192616" y="78641"/>
                  <a:pt x="192405" y="77351"/>
                </a:cubicBezTo>
                <a:cubicBezTo>
                  <a:pt x="192194" y="76062"/>
                  <a:pt x="191958" y="74777"/>
                  <a:pt x="191695" y="73497"/>
                </a:cubicBezTo>
                <a:cubicBezTo>
                  <a:pt x="191433" y="72218"/>
                  <a:pt x="191143" y="70945"/>
                  <a:pt x="190829" y="69676"/>
                </a:cubicBezTo>
                <a:cubicBezTo>
                  <a:pt x="190515" y="68408"/>
                  <a:pt x="190175" y="67147"/>
                  <a:pt x="189810" y="65893"/>
                </a:cubicBezTo>
                <a:cubicBezTo>
                  <a:pt x="189444" y="64639"/>
                  <a:pt x="189053" y="63392"/>
                  <a:pt x="188636" y="62154"/>
                </a:cubicBezTo>
                <a:cubicBezTo>
                  <a:pt x="188220" y="60915"/>
                  <a:pt x="187779" y="59685"/>
                  <a:pt x="187314" y="58465"/>
                </a:cubicBezTo>
                <a:cubicBezTo>
                  <a:pt x="186848" y="57245"/>
                  <a:pt x="186357" y="56035"/>
                  <a:pt x="185842" y="54833"/>
                </a:cubicBezTo>
                <a:cubicBezTo>
                  <a:pt x="185328" y="53633"/>
                  <a:pt x="184788" y="52443"/>
                  <a:pt x="184225" y="51265"/>
                </a:cubicBezTo>
                <a:cubicBezTo>
                  <a:pt x="183661" y="50086"/>
                  <a:pt x="183075" y="48918"/>
                  <a:pt x="182465" y="47764"/>
                </a:cubicBezTo>
                <a:cubicBezTo>
                  <a:pt x="181854" y="46609"/>
                  <a:pt x="181220" y="45466"/>
                  <a:pt x="180563" y="44337"/>
                </a:cubicBezTo>
                <a:cubicBezTo>
                  <a:pt x="179908" y="43208"/>
                  <a:pt x="179228" y="42092"/>
                  <a:pt x="178526" y="40991"/>
                </a:cubicBezTo>
                <a:cubicBezTo>
                  <a:pt x="177824" y="39888"/>
                  <a:pt x="177099" y="38801"/>
                  <a:pt x="176354" y="37728"/>
                </a:cubicBezTo>
                <a:cubicBezTo>
                  <a:pt x="175608" y="36656"/>
                  <a:pt x="174840" y="35599"/>
                  <a:pt x="174051" y="34557"/>
                </a:cubicBezTo>
                <a:cubicBezTo>
                  <a:pt x="173263" y="33517"/>
                  <a:pt x="172453" y="32491"/>
                  <a:pt x="171622" y="31483"/>
                </a:cubicBezTo>
                <a:cubicBezTo>
                  <a:pt x="170793" y="30474"/>
                  <a:pt x="169943" y="29483"/>
                  <a:pt x="169072" y="28509"/>
                </a:cubicBezTo>
                <a:cubicBezTo>
                  <a:pt x="168200" y="27535"/>
                  <a:pt x="167311" y="26578"/>
                  <a:pt x="166402" y="25641"/>
                </a:cubicBezTo>
                <a:cubicBezTo>
                  <a:pt x="165492" y="24702"/>
                  <a:pt x="164564" y="23783"/>
                  <a:pt x="163617" y="22882"/>
                </a:cubicBezTo>
                <a:cubicBezTo>
                  <a:pt x="162672" y="21982"/>
                  <a:pt x="161707" y="21101"/>
                  <a:pt x="160725" y="20240"/>
                </a:cubicBezTo>
                <a:cubicBezTo>
                  <a:pt x="159743" y="19378"/>
                  <a:pt x="158743" y="18538"/>
                  <a:pt x="157727" y="17716"/>
                </a:cubicBezTo>
                <a:cubicBezTo>
                  <a:pt x="156711" y="16895"/>
                  <a:pt x="155678" y="16096"/>
                  <a:pt x="154629" y="15317"/>
                </a:cubicBezTo>
                <a:cubicBezTo>
                  <a:pt x="153581" y="14538"/>
                  <a:pt x="152517" y="13781"/>
                  <a:pt x="151437" y="13045"/>
                </a:cubicBezTo>
                <a:cubicBezTo>
                  <a:pt x="150358" y="12309"/>
                  <a:pt x="149264" y="11594"/>
                  <a:pt x="148155" y="10903"/>
                </a:cubicBezTo>
                <a:cubicBezTo>
                  <a:pt x="147047" y="10211"/>
                  <a:pt x="145925" y="9542"/>
                  <a:pt x="144789" y="8897"/>
                </a:cubicBezTo>
                <a:cubicBezTo>
                  <a:pt x="143654" y="8251"/>
                  <a:pt x="142506" y="7628"/>
                  <a:pt x="141345" y="7027"/>
                </a:cubicBezTo>
                <a:cubicBezTo>
                  <a:pt x="140185" y="6428"/>
                  <a:pt x="139012" y="5851"/>
                  <a:pt x="137828" y="5301"/>
                </a:cubicBezTo>
                <a:cubicBezTo>
                  <a:pt x="136644" y="4748"/>
                  <a:pt x="135450" y="4220"/>
                  <a:pt x="134244" y="3716"/>
                </a:cubicBezTo>
                <a:cubicBezTo>
                  <a:pt x="133039" y="3212"/>
                  <a:pt x="131823" y="2734"/>
                  <a:pt x="130599" y="2280"/>
                </a:cubicBezTo>
                <a:cubicBezTo>
                  <a:pt x="129374" y="1824"/>
                  <a:pt x="128140" y="1396"/>
                  <a:pt x="126898" y="991"/>
                </a:cubicBezTo>
                <a:cubicBezTo>
                  <a:pt x="125656" y="586"/>
                  <a:pt x="124406" y="207"/>
                  <a:pt x="123148" y="-147"/>
                </a:cubicBezTo>
                <a:lnTo>
                  <a:pt x="123148" y="186062"/>
                </a:lnTo>
                <a:close/>
              </a:path>
            </a:pathLst>
          </a:custGeom>
          <a:solidFill>
            <a:schemeClr val="accent1"/>
          </a:solidFill>
          <a:ln w="1601" cap="flat">
            <a:noFill/>
            <a:prstDash val="solid"/>
            <a:miter/>
          </a:ln>
        </p:spPr>
        <p:txBody>
          <a:bodyPr rtlCol="0" anchor="ctr"/>
          <a:lstStyle/>
          <a:p>
            <a:endParaRPr lang="en-US"/>
          </a:p>
        </p:txBody>
      </p:sp>
      <p:sp>
        <p:nvSpPr>
          <p:cNvPr id="13" name="任意多边形: 形状 12"/>
          <p:cNvSpPr/>
          <p:nvPr>
            <p:custDataLst>
              <p:tags r:id="rId10"/>
            </p:custDataLst>
          </p:nvPr>
        </p:nvSpPr>
        <p:spPr>
          <a:xfrm>
            <a:off x="537845" y="534670"/>
            <a:ext cx="171450"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a:p>
        </p:txBody>
      </p:sp>
      <p:sp>
        <p:nvSpPr>
          <p:cNvPr id="14" name="任意多边形: 形状 13"/>
          <p:cNvSpPr/>
          <p:nvPr>
            <p:custDataLst>
              <p:tags r:id="rId11"/>
            </p:custDataLst>
          </p:nvPr>
        </p:nvSpPr>
        <p:spPr>
          <a:xfrm>
            <a:off x="537845" y="591820"/>
            <a:ext cx="171450"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a:p>
        </p:txBody>
      </p:sp>
      <p:sp>
        <p:nvSpPr>
          <p:cNvPr id="15" name="任意多边形: 形状 14"/>
          <p:cNvSpPr/>
          <p:nvPr>
            <p:custDataLst>
              <p:tags r:id="rId12"/>
            </p:custDataLst>
          </p:nvPr>
        </p:nvSpPr>
        <p:spPr>
          <a:xfrm>
            <a:off x="537845" y="648970"/>
            <a:ext cx="171450" cy="19050"/>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a:p>
        </p:txBody>
      </p:sp>
      <p:sp>
        <p:nvSpPr>
          <p:cNvPr id="4" name="日期占位符 3"/>
          <p:cNvSpPr>
            <a:spLocks noGrp="1"/>
          </p:cNvSpPr>
          <p:nvPr>
            <p:ph type="dt" sz="half" idx="10"/>
            <p:custDataLst>
              <p:tags r:id="rId13"/>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14"/>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5"/>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2965"/>
            <a:ext cx="10800000" cy="705600"/>
          </a:xfrm>
        </p:spPr>
        <p:txBody>
          <a:bodyPr wrap="square">
            <a:normAutofit/>
          </a:bodyPr>
          <a:lstStyle>
            <a:lvl1pPr algn="ctr">
              <a:defRPr sz="3200">
                <a:solidFill>
                  <a:schemeClr val="tx1"/>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dirty="0"/>
          </a:p>
        </p:txBody>
      </p:sp>
      <p:sp>
        <p:nvSpPr>
          <p:cNvPr id="5" name="灯片编号占位符 4"/>
          <p:cNvSpPr>
            <a:spLocks noGrp="1"/>
          </p:cNvSpPr>
          <p:nvPr>
            <p:ph type="sldNum" sz="quarter" idx="12"/>
            <p:custDataLst>
              <p:tags r:id="rId5"/>
            </p:custDataLst>
          </p:nvPr>
        </p:nvSpPr>
        <p:spPr/>
        <p:txBody>
          <a:bodyPr wrap="square">
            <a:normAutofit/>
          </a:bodyPr>
          <a:lstStyle/>
          <a:p>
            <a:fld id="{49AE70B2-8BF9-45C0-BB95-33D1B9D3A854}" type="slidenum">
              <a:rPr lang="en-US" smtClean="0"/>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nchor="b"/>
          <a:lstStyle>
            <a:lvl1pPr algn="l"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86.xml"/><Relationship Id="rId2" Type="http://schemas.openxmlformats.org/officeDocument/2006/relationships/slideLayout" Target="../slideLayouts/slideLayout13.xml"/><Relationship Id="rId19" Type="http://schemas.openxmlformats.org/officeDocument/2006/relationships/tags" Target="../tags/tag85.xml"/><Relationship Id="rId18" Type="http://schemas.openxmlformats.org/officeDocument/2006/relationships/tags" Target="../tags/tag84.xml"/><Relationship Id="rId17" Type="http://schemas.openxmlformats.org/officeDocument/2006/relationships/tags" Target="../tags/tag83.xml"/><Relationship Id="rId16" Type="http://schemas.openxmlformats.org/officeDocument/2006/relationships/tags" Target="../tags/tag8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image" Target="../media/image2.png"/><Relationship Id="rId12" Type="http://schemas.openxmlformats.org/officeDocument/2006/relationships/tags" Target="../tags/tag7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image" Target="../media/image2.png"/><Relationship Id="rId2" Type="http://schemas.openxmlformats.org/officeDocument/2006/relationships/tags" Target="../tags/tag91.xml"/><Relationship Id="rId11" Type="http://schemas.openxmlformats.org/officeDocument/2006/relationships/theme" Target="../theme/theme3.xml"/><Relationship Id="rId10" Type="http://schemas.openxmlformats.org/officeDocument/2006/relationships/tags" Target="../tags/tag98.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image" Target="../media/image2.png"/><Relationship Id="rId2" Type="http://schemas.openxmlformats.org/officeDocument/2006/relationships/tags" Target="../tags/tag103.xml"/><Relationship Id="rId11" Type="http://schemas.openxmlformats.org/officeDocument/2006/relationships/theme" Target="../theme/theme4.xml"/><Relationship Id="rId10" Type="http://schemas.openxmlformats.org/officeDocument/2006/relationships/tags" Target="../tags/tag110.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image" Target="../media/image2.png"/><Relationship Id="rId2" Type="http://schemas.openxmlformats.org/officeDocument/2006/relationships/tags" Target="../tags/tag115.xml"/><Relationship Id="rId11" Type="http://schemas.openxmlformats.org/officeDocument/2006/relationships/theme" Target="../theme/theme5.xml"/><Relationship Id="rId10" Type="http://schemas.openxmlformats.org/officeDocument/2006/relationships/tags" Target="../tags/tag122.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tags" Target="../tags/tag132.xml"/><Relationship Id="rId7" Type="http://schemas.openxmlformats.org/officeDocument/2006/relationships/tags" Target="../tags/tag131.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image" Target="../media/image2.png"/><Relationship Id="rId2" Type="http://schemas.openxmlformats.org/officeDocument/2006/relationships/tags" Target="../tags/tag127.xml"/><Relationship Id="rId11" Type="http://schemas.openxmlformats.org/officeDocument/2006/relationships/theme" Target="../theme/theme6.xml"/><Relationship Id="rId10" Type="http://schemas.openxmlformats.org/officeDocument/2006/relationships/tags" Target="../tags/tag134.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image" Target="../media/image2.png"/><Relationship Id="rId2" Type="http://schemas.openxmlformats.org/officeDocument/2006/relationships/tags" Target="../tags/tag139.xml"/><Relationship Id="rId11" Type="http://schemas.openxmlformats.org/officeDocument/2006/relationships/theme" Target="../theme/theme7.xml"/><Relationship Id="rId10" Type="http://schemas.openxmlformats.org/officeDocument/2006/relationships/tags" Target="../tags/tag146.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descr="卡通人物&#10;&#10;低可信度描述已自动生成"/>
          <p:cNvPicPr>
            <a:picLocks noChangeAspect="1"/>
          </p:cNvPicPr>
          <p:nvPr userDrawn="1">
            <p:custDataLst>
              <p:tags r:id="rId12"/>
            </p:custDataLst>
          </p:nvPr>
        </p:nvPicPr>
        <p:blipFill>
          <a:blip r:embed="rId1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0" y="-18790"/>
            <a:ext cx="12192000" cy="6858000"/>
          </a:xfrm>
          <a:prstGeom prst="rect">
            <a:avLst/>
          </a:prstGeom>
        </p:spPr>
      </p:pic>
      <p:sp>
        <p:nvSpPr>
          <p:cNvPr id="10" name="矩形 9"/>
          <p:cNvSpPr/>
          <p:nvPr userDrawn="1">
            <p:custDataLst>
              <p:tags r:id="rId14"/>
            </p:custDataLst>
          </p:nvPr>
        </p:nvSpPr>
        <p:spPr>
          <a:xfrm>
            <a:off x="430998" y="5928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latin typeface="Arial" panose="020B0604020202020204" pitchFamily="34" charset="0"/>
            </a:endParaRPr>
          </a:p>
        </p:txBody>
      </p:sp>
      <p:sp>
        <p:nvSpPr>
          <p:cNvPr id="11" name="日期占位符 10"/>
          <p:cNvSpPr>
            <a:spLocks noGrp="1"/>
          </p:cNvSpPr>
          <p:nvPr>
            <p:ph type="dt" sz="half" idx="10"/>
            <p:custDataLst>
              <p:tags r:id="rId1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2" name="页脚占位符 11"/>
          <p:cNvSpPr>
            <a:spLocks noGrp="1"/>
          </p:cNvSpPr>
          <p:nvPr>
            <p:ph type="ftr" sz="quarter" idx="11"/>
            <p:custDataLst>
              <p:tags r:id="rId16"/>
            </p:custDataLst>
          </p:nvPr>
        </p:nvSpPr>
        <p:spPr>
          <a:xfrm>
            <a:off x="4038600" y="6356350"/>
            <a:ext cx="4114800" cy="365125"/>
          </a:xfrm>
        </p:spPr>
        <p:txBody>
          <a:bodyPr/>
          <a:lstStyle>
            <a:lvl1pPr>
              <a:defRPr>
                <a:latin typeface="Arial" panose="020B0604020202020204" pitchFamily="34" charset="0"/>
              </a:defRPr>
            </a:lvl1pPr>
          </a:lstStyle>
          <a:p>
            <a:endParaRPr lang="en-US" dirty="0"/>
          </a:p>
        </p:txBody>
      </p:sp>
      <p:sp>
        <p:nvSpPr>
          <p:cNvPr id="13" name="灯片编号占位符 12"/>
          <p:cNvSpPr>
            <a:spLocks noGrp="1"/>
          </p:cNvSpPr>
          <p:nvPr>
            <p:ph type="sldNum" sz="quarter" idx="12"/>
            <p:custDataLst>
              <p:tags r:id="rId17"/>
            </p:custDataLst>
          </p:nvPr>
        </p:nvSpPr>
        <p:spPr>
          <a:xfrm>
            <a:off x="8753983" y="6356350"/>
            <a:ext cx="27432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4" name="标题占位符 1"/>
          <p:cNvSpPr>
            <a:spLocks noGrp="1"/>
          </p:cNvSpPr>
          <p:nvPr>
            <p:ph type="title"/>
            <p:custDataLst>
              <p:tags r:id="rId1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6" name="文本占位符 5"/>
          <p:cNvSpPr>
            <a:spLocks noGrp="1"/>
          </p:cNvSpPr>
          <p:nvPr>
            <p:ph type="body" idx="1"/>
            <p:custDataLst>
              <p:tags r:id="rId1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kumimoji="0" lang="en-US" sz="3200" b="1" i="0" u="none" strike="noStrike" kern="1200" cap="none" spc="0" normalizeH="0" baseline="0" dirty="0" smtClean="0">
          <a:ln>
            <a:noFill/>
            <a:prstDash val="sysDot"/>
          </a:ln>
          <a:solidFill>
            <a:srgbClr val="FFFFFF"/>
          </a:solidFill>
          <a:uFillTx/>
          <a:latin typeface="Arial" panose="020B0604020202020204" pitchFamily="34" charset="0"/>
          <a:sym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0" normalizeH="0" baseline="0">
          <a:solidFill>
            <a:srgbClr val="FFFFFF"/>
          </a:solidFill>
          <a:uFillTx/>
          <a:latin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rgbClr val="FFFFFF"/>
          </a:solidFill>
          <a:uFillTx/>
          <a:latin typeface="+mn-ea"/>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rgbClr val="FFFFFF"/>
          </a:solidFill>
          <a:uFillTx/>
          <a:latin typeface="+mn-ea"/>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rgbClr val="FFFFFF"/>
          </a:solidFill>
          <a:uFillTx/>
          <a:latin typeface="+mn-ea"/>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rgbClr val="FFFFFF"/>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descr="卡通人物&#10;&#10;低可信度描述已自动生成"/>
          <p:cNvPicPr>
            <a:picLocks noChangeAspect="1"/>
          </p:cNvPicPr>
          <p:nvPr userDrawn="1">
            <p:custDataLst>
              <p:tags r:id="rId2"/>
            </p:custDataLst>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0" y="-18790"/>
            <a:ext cx="12192000" cy="6858000"/>
          </a:xfrm>
          <a:prstGeom prst="rect">
            <a:avLst/>
          </a:prstGeom>
        </p:spPr>
      </p:pic>
      <p:sp>
        <p:nvSpPr>
          <p:cNvPr id="10" name="矩形 9"/>
          <p:cNvSpPr/>
          <p:nvPr userDrawn="1">
            <p:custDataLst>
              <p:tags r:id="rId4"/>
            </p:custDataLst>
          </p:nvPr>
        </p:nvSpPr>
        <p:spPr>
          <a:xfrm>
            <a:off x="430998" y="5928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latin typeface="Arial" panose="020B0604020202020204" pitchFamily="34" charset="0"/>
            </a:endParaRPr>
          </a:p>
        </p:txBody>
      </p:sp>
      <p:sp>
        <p:nvSpPr>
          <p:cNvPr id="11" name="日期占位符 10"/>
          <p:cNvSpPr>
            <a:spLocks noGrp="1"/>
          </p:cNvSpPr>
          <p:nvPr>
            <p:ph type="dt" sz="half" idx="10"/>
            <p:custDataLst>
              <p:tags r:id="rId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2" name="页脚占位符 11"/>
          <p:cNvSpPr>
            <a:spLocks noGrp="1"/>
          </p:cNvSpPr>
          <p:nvPr>
            <p:ph type="ftr" sz="quarter" idx="11"/>
            <p:custDataLst>
              <p:tags r:id="rId6"/>
            </p:custDataLst>
          </p:nvPr>
        </p:nvSpPr>
        <p:spPr>
          <a:xfrm>
            <a:off x="4038600" y="6356350"/>
            <a:ext cx="4114800" cy="365125"/>
          </a:xfrm>
        </p:spPr>
        <p:txBody>
          <a:bodyPr/>
          <a:lstStyle>
            <a:lvl1pPr>
              <a:defRPr>
                <a:latin typeface="Arial" panose="020B0604020202020204" pitchFamily="34" charset="0"/>
              </a:defRPr>
            </a:lvl1pPr>
          </a:lstStyle>
          <a:p>
            <a:endParaRPr lang="en-US" dirty="0"/>
          </a:p>
        </p:txBody>
      </p:sp>
      <p:sp>
        <p:nvSpPr>
          <p:cNvPr id="13" name="灯片编号占位符 12"/>
          <p:cNvSpPr>
            <a:spLocks noGrp="1"/>
          </p:cNvSpPr>
          <p:nvPr>
            <p:ph type="sldNum" sz="quarter" idx="12"/>
            <p:custDataLst>
              <p:tags r:id="rId7"/>
            </p:custDataLst>
          </p:nvPr>
        </p:nvSpPr>
        <p:spPr>
          <a:xfrm>
            <a:off x="8753983" y="6356350"/>
            <a:ext cx="27432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4" name="标题占位符 1"/>
          <p:cNvSpPr>
            <a:spLocks noGrp="1"/>
          </p:cNvSpPr>
          <p:nvPr>
            <p:ph type="title"/>
            <p:custDataLst>
              <p:tags r:id="rId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6" name="文本占位符 5"/>
          <p:cNvSpPr>
            <a:spLocks noGrp="1"/>
          </p:cNvSpPr>
          <p:nvPr>
            <p:ph type="body" idx="1"/>
            <p:custDataLst>
              <p:tags r:id="rId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userDrawn="1">
            <p:custDataLst>
              <p:tags r:id="rId1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73" r:id="rId1"/>
  </p:sldLayoutIdLst>
  <p:txStyles>
    <p:titleStyle>
      <a:lvl1pPr algn="l" defTabSz="914400" rtl="0" eaLnBrk="1" fontAlgn="auto" latinLnBrk="0" hangingPunct="1">
        <a:lnSpc>
          <a:spcPct val="100000"/>
        </a:lnSpc>
        <a:spcBef>
          <a:spcPct val="0"/>
        </a:spcBef>
        <a:buNone/>
        <a:defRPr kumimoji="0" lang="en-US" sz="3200" b="1" i="0" u="none" strike="noStrike" kern="1200" cap="none" spc="0" normalizeH="0" baseline="0" dirty="0" smtClean="0">
          <a:ln>
            <a:noFill/>
            <a:prstDash val="sysDot"/>
          </a:ln>
          <a:solidFill>
            <a:srgbClr val="FFFFFF"/>
          </a:solidFill>
          <a:uFillTx/>
          <a:latin typeface="Arial" panose="020B0604020202020204" pitchFamily="34" charset="0"/>
          <a:sym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0" normalizeH="0" baseline="0">
          <a:solidFill>
            <a:srgbClr val="FFFFFF"/>
          </a:solidFill>
          <a:uFillTx/>
          <a:latin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rgbClr val="FFFFFF"/>
          </a:solidFill>
          <a:uFillTx/>
          <a:latin typeface="+mn-ea"/>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rgbClr val="FFFFFF"/>
          </a:solidFill>
          <a:uFillTx/>
          <a:latin typeface="+mn-ea"/>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rgbClr val="FFFFFF"/>
          </a:solidFill>
          <a:uFillTx/>
          <a:latin typeface="+mn-ea"/>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rgbClr val="FFFFFF"/>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descr="卡通人物&#10;&#10;低可信度描述已自动生成"/>
          <p:cNvPicPr>
            <a:picLocks noChangeAspect="1"/>
          </p:cNvPicPr>
          <p:nvPr userDrawn="1">
            <p:custDataLst>
              <p:tags r:id="rId2"/>
            </p:custDataLst>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0" y="-18790"/>
            <a:ext cx="12192000" cy="6858000"/>
          </a:xfrm>
          <a:prstGeom prst="rect">
            <a:avLst/>
          </a:prstGeom>
        </p:spPr>
      </p:pic>
      <p:sp>
        <p:nvSpPr>
          <p:cNvPr id="10" name="矩形 9"/>
          <p:cNvSpPr/>
          <p:nvPr userDrawn="1">
            <p:custDataLst>
              <p:tags r:id="rId4"/>
            </p:custDataLst>
          </p:nvPr>
        </p:nvSpPr>
        <p:spPr>
          <a:xfrm>
            <a:off x="430998" y="5928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latin typeface="Arial" panose="020B0604020202020204" pitchFamily="34" charset="0"/>
            </a:endParaRPr>
          </a:p>
        </p:txBody>
      </p:sp>
      <p:sp>
        <p:nvSpPr>
          <p:cNvPr id="11" name="日期占位符 10"/>
          <p:cNvSpPr>
            <a:spLocks noGrp="1"/>
          </p:cNvSpPr>
          <p:nvPr>
            <p:ph type="dt" sz="half" idx="10"/>
            <p:custDataLst>
              <p:tags r:id="rId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2" name="页脚占位符 11"/>
          <p:cNvSpPr>
            <a:spLocks noGrp="1"/>
          </p:cNvSpPr>
          <p:nvPr>
            <p:ph type="ftr" sz="quarter" idx="11"/>
            <p:custDataLst>
              <p:tags r:id="rId6"/>
            </p:custDataLst>
          </p:nvPr>
        </p:nvSpPr>
        <p:spPr>
          <a:xfrm>
            <a:off x="4038600" y="6356350"/>
            <a:ext cx="4114800" cy="365125"/>
          </a:xfrm>
        </p:spPr>
        <p:txBody>
          <a:bodyPr/>
          <a:lstStyle>
            <a:lvl1pPr>
              <a:defRPr>
                <a:latin typeface="Arial" panose="020B0604020202020204" pitchFamily="34" charset="0"/>
              </a:defRPr>
            </a:lvl1pPr>
          </a:lstStyle>
          <a:p>
            <a:endParaRPr lang="en-US" dirty="0"/>
          </a:p>
        </p:txBody>
      </p:sp>
      <p:sp>
        <p:nvSpPr>
          <p:cNvPr id="13" name="灯片编号占位符 12"/>
          <p:cNvSpPr>
            <a:spLocks noGrp="1"/>
          </p:cNvSpPr>
          <p:nvPr>
            <p:ph type="sldNum" sz="quarter" idx="12"/>
            <p:custDataLst>
              <p:tags r:id="rId7"/>
            </p:custDataLst>
          </p:nvPr>
        </p:nvSpPr>
        <p:spPr>
          <a:xfrm>
            <a:off x="8753983" y="6356350"/>
            <a:ext cx="27432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4" name="标题占位符 1"/>
          <p:cNvSpPr>
            <a:spLocks noGrp="1"/>
          </p:cNvSpPr>
          <p:nvPr>
            <p:ph type="title"/>
            <p:custDataLst>
              <p:tags r:id="rId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6" name="文本占位符 5"/>
          <p:cNvSpPr>
            <a:spLocks noGrp="1"/>
          </p:cNvSpPr>
          <p:nvPr>
            <p:ph type="body" idx="1"/>
            <p:custDataLst>
              <p:tags r:id="rId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userDrawn="1">
            <p:custDataLst>
              <p:tags r:id="rId1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75" r:id="rId1"/>
  </p:sldLayoutIdLst>
  <p:txStyles>
    <p:titleStyle>
      <a:lvl1pPr algn="l" defTabSz="914400" rtl="0" eaLnBrk="1" fontAlgn="auto" latinLnBrk="0" hangingPunct="1">
        <a:lnSpc>
          <a:spcPct val="100000"/>
        </a:lnSpc>
        <a:spcBef>
          <a:spcPct val="0"/>
        </a:spcBef>
        <a:buNone/>
        <a:defRPr kumimoji="0" lang="en-US" sz="3200" b="1" i="0" u="none" strike="noStrike" kern="1200" cap="none" spc="0" normalizeH="0" baseline="0" dirty="0" smtClean="0">
          <a:ln>
            <a:noFill/>
            <a:prstDash val="sysDot"/>
          </a:ln>
          <a:solidFill>
            <a:srgbClr val="FFFFFF"/>
          </a:solidFill>
          <a:uFillTx/>
          <a:latin typeface="Arial" panose="020B0604020202020204" pitchFamily="34" charset="0"/>
          <a:sym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0" normalizeH="0" baseline="0">
          <a:solidFill>
            <a:srgbClr val="FFFFFF"/>
          </a:solidFill>
          <a:uFillTx/>
          <a:latin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rgbClr val="FFFFFF"/>
          </a:solidFill>
          <a:uFillTx/>
          <a:latin typeface="+mn-ea"/>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rgbClr val="FFFFFF"/>
          </a:solidFill>
          <a:uFillTx/>
          <a:latin typeface="+mn-ea"/>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rgbClr val="FFFFFF"/>
          </a:solidFill>
          <a:uFillTx/>
          <a:latin typeface="+mn-ea"/>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rgbClr val="FFFFFF"/>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descr="卡通人物&#10;&#10;低可信度描述已自动生成"/>
          <p:cNvPicPr>
            <a:picLocks noChangeAspect="1"/>
          </p:cNvPicPr>
          <p:nvPr userDrawn="1">
            <p:custDataLst>
              <p:tags r:id="rId2"/>
            </p:custDataLst>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0" y="-18790"/>
            <a:ext cx="12192000" cy="6858000"/>
          </a:xfrm>
          <a:prstGeom prst="rect">
            <a:avLst/>
          </a:prstGeom>
        </p:spPr>
      </p:pic>
      <p:sp>
        <p:nvSpPr>
          <p:cNvPr id="10" name="矩形 9"/>
          <p:cNvSpPr/>
          <p:nvPr userDrawn="1">
            <p:custDataLst>
              <p:tags r:id="rId4"/>
            </p:custDataLst>
          </p:nvPr>
        </p:nvSpPr>
        <p:spPr>
          <a:xfrm>
            <a:off x="430998" y="5928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latin typeface="Arial" panose="020B0604020202020204" pitchFamily="34" charset="0"/>
            </a:endParaRPr>
          </a:p>
        </p:txBody>
      </p:sp>
      <p:sp>
        <p:nvSpPr>
          <p:cNvPr id="11" name="日期占位符 10"/>
          <p:cNvSpPr>
            <a:spLocks noGrp="1"/>
          </p:cNvSpPr>
          <p:nvPr>
            <p:ph type="dt" sz="half" idx="10"/>
            <p:custDataLst>
              <p:tags r:id="rId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2" name="页脚占位符 11"/>
          <p:cNvSpPr>
            <a:spLocks noGrp="1"/>
          </p:cNvSpPr>
          <p:nvPr>
            <p:ph type="ftr" sz="quarter" idx="11"/>
            <p:custDataLst>
              <p:tags r:id="rId6"/>
            </p:custDataLst>
          </p:nvPr>
        </p:nvSpPr>
        <p:spPr>
          <a:xfrm>
            <a:off x="4038600" y="6356350"/>
            <a:ext cx="4114800" cy="365125"/>
          </a:xfrm>
        </p:spPr>
        <p:txBody>
          <a:bodyPr/>
          <a:lstStyle>
            <a:lvl1pPr>
              <a:defRPr>
                <a:latin typeface="Arial" panose="020B0604020202020204" pitchFamily="34" charset="0"/>
              </a:defRPr>
            </a:lvl1pPr>
          </a:lstStyle>
          <a:p>
            <a:endParaRPr lang="en-US" dirty="0"/>
          </a:p>
        </p:txBody>
      </p:sp>
      <p:sp>
        <p:nvSpPr>
          <p:cNvPr id="13" name="灯片编号占位符 12"/>
          <p:cNvSpPr>
            <a:spLocks noGrp="1"/>
          </p:cNvSpPr>
          <p:nvPr>
            <p:ph type="sldNum" sz="quarter" idx="12"/>
            <p:custDataLst>
              <p:tags r:id="rId7"/>
            </p:custDataLst>
          </p:nvPr>
        </p:nvSpPr>
        <p:spPr>
          <a:xfrm>
            <a:off x="8753983" y="6356350"/>
            <a:ext cx="27432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4" name="标题占位符 1"/>
          <p:cNvSpPr>
            <a:spLocks noGrp="1"/>
          </p:cNvSpPr>
          <p:nvPr>
            <p:ph type="title"/>
            <p:custDataLst>
              <p:tags r:id="rId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6" name="文本占位符 5"/>
          <p:cNvSpPr>
            <a:spLocks noGrp="1"/>
          </p:cNvSpPr>
          <p:nvPr>
            <p:ph type="body" idx="1"/>
            <p:custDataLst>
              <p:tags r:id="rId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userDrawn="1">
            <p:custDataLst>
              <p:tags r:id="rId1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77" r:id="rId1"/>
  </p:sldLayoutIdLst>
  <p:txStyles>
    <p:titleStyle>
      <a:lvl1pPr algn="l" defTabSz="914400" rtl="0" eaLnBrk="1" fontAlgn="auto" latinLnBrk="0" hangingPunct="1">
        <a:lnSpc>
          <a:spcPct val="100000"/>
        </a:lnSpc>
        <a:spcBef>
          <a:spcPct val="0"/>
        </a:spcBef>
        <a:buNone/>
        <a:defRPr kumimoji="0" lang="en-US" sz="3200" b="1" i="0" u="none" strike="noStrike" kern="1200" cap="none" spc="0" normalizeH="0" baseline="0" dirty="0" smtClean="0">
          <a:ln>
            <a:noFill/>
            <a:prstDash val="sysDot"/>
          </a:ln>
          <a:solidFill>
            <a:srgbClr val="FFFFFF"/>
          </a:solidFill>
          <a:uFillTx/>
          <a:latin typeface="Arial" panose="020B0604020202020204" pitchFamily="34" charset="0"/>
          <a:sym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0" normalizeH="0" baseline="0">
          <a:solidFill>
            <a:srgbClr val="FFFFFF"/>
          </a:solidFill>
          <a:uFillTx/>
          <a:latin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rgbClr val="FFFFFF"/>
          </a:solidFill>
          <a:uFillTx/>
          <a:latin typeface="+mn-ea"/>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rgbClr val="FFFFFF"/>
          </a:solidFill>
          <a:uFillTx/>
          <a:latin typeface="+mn-ea"/>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rgbClr val="FFFFFF"/>
          </a:solidFill>
          <a:uFillTx/>
          <a:latin typeface="+mn-ea"/>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rgbClr val="FFFFFF"/>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descr="卡通人物&#10;&#10;低可信度描述已自动生成"/>
          <p:cNvPicPr>
            <a:picLocks noChangeAspect="1"/>
          </p:cNvPicPr>
          <p:nvPr userDrawn="1">
            <p:custDataLst>
              <p:tags r:id="rId2"/>
            </p:custDataLst>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0" y="-18790"/>
            <a:ext cx="12192000" cy="6858000"/>
          </a:xfrm>
          <a:prstGeom prst="rect">
            <a:avLst/>
          </a:prstGeom>
        </p:spPr>
      </p:pic>
      <p:sp>
        <p:nvSpPr>
          <p:cNvPr id="10" name="矩形 9"/>
          <p:cNvSpPr/>
          <p:nvPr userDrawn="1">
            <p:custDataLst>
              <p:tags r:id="rId4"/>
            </p:custDataLst>
          </p:nvPr>
        </p:nvSpPr>
        <p:spPr>
          <a:xfrm>
            <a:off x="430998" y="5928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latin typeface="Arial" panose="020B0604020202020204" pitchFamily="34" charset="0"/>
            </a:endParaRPr>
          </a:p>
        </p:txBody>
      </p:sp>
      <p:sp>
        <p:nvSpPr>
          <p:cNvPr id="11" name="日期占位符 10"/>
          <p:cNvSpPr>
            <a:spLocks noGrp="1"/>
          </p:cNvSpPr>
          <p:nvPr>
            <p:ph type="dt" sz="half" idx="10"/>
            <p:custDataLst>
              <p:tags r:id="rId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2" name="页脚占位符 11"/>
          <p:cNvSpPr>
            <a:spLocks noGrp="1"/>
          </p:cNvSpPr>
          <p:nvPr>
            <p:ph type="ftr" sz="quarter" idx="11"/>
            <p:custDataLst>
              <p:tags r:id="rId6"/>
            </p:custDataLst>
          </p:nvPr>
        </p:nvSpPr>
        <p:spPr>
          <a:xfrm>
            <a:off x="4038600" y="6356350"/>
            <a:ext cx="4114800" cy="365125"/>
          </a:xfrm>
        </p:spPr>
        <p:txBody>
          <a:bodyPr/>
          <a:lstStyle>
            <a:lvl1pPr>
              <a:defRPr>
                <a:latin typeface="Arial" panose="020B0604020202020204" pitchFamily="34" charset="0"/>
              </a:defRPr>
            </a:lvl1pPr>
          </a:lstStyle>
          <a:p>
            <a:endParaRPr lang="en-US" dirty="0"/>
          </a:p>
        </p:txBody>
      </p:sp>
      <p:sp>
        <p:nvSpPr>
          <p:cNvPr id="13" name="灯片编号占位符 12"/>
          <p:cNvSpPr>
            <a:spLocks noGrp="1"/>
          </p:cNvSpPr>
          <p:nvPr>
            <p:ph type="sldNum" sz="quarter" idx="12"/>
            <p:custDataLst>
              <p:tags r:id="rId7"/>
            </p:custDataLst>
          </p:nvPr>
        </p:nvSpPr>
        <p:spPr>
          <a:xfrm>
            <a:off x="8753983" y="6356350"/>
            <a:ext cx="27432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4" name="标题占位符 1"/>
          <p:cNvSpPr>
            <a:spLocks noGrp="1"/>
          </p:cNvSpPr>
          <p:nvPr>
            <p:ph type="title"/>
            <p:custDataLst>
              <p:tags r:id="rId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6" name="文本占位符 5"/>
          <p:cNvSpPr>
            <a:spLocks noGrp="1"/>
          </p:cNvSpPr>
          <p:nvPr>
            <p:ph type="body" idx="1"/>
            <p:custDataLst>
              <p:tags r:id="rId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userDrawn="1">
            <p:custDataLst>
              <p:tags r:id="rId1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79" r:id="rId1"/>
  </p:sldLayoutIdLst>
  <p:txStyles>
    <p:titleStyle>
      <a:lvl1pPr algn="l" defTabSz="914400" rtl="0" eaLnBrk="1" fontAlgn="auto" latinLnBrk="0" hangingPunct="1">
        <a:lnSpc>
          <a:spcPct val="100000"/>
        </a:lnSpc>
        <a:spcBef>
          <a:spcPct val="0"/>
        </a:spcBef>
        <a:buNone/>
        <a:defRPr kumimoji="0" lang="en-US" sz="3200" b="1" i="0" u="none" strike="noStrike" kern="1200" cap="none" spc="0" normalizeH="0" baseline="0" dirty="0" smtClean="0">
          <a:ln>
            <a:noFill/>
            <a:prstDash val="sysDot"/>
          </a:ln>
          <a:solidFill>
            <a:srgbClr val="FFFFFF"/>
          </a:solidFill>
          <a:uFillTx/>
          <a:latin typeface="Arial" panose="020B0604020202020204" pitchFamily="34" charset="0"/>
          <a:sym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0" normalizeH="0" baseline="0">
          <a:solidFill>
            <a:srgbClr val="FFFFFF"/>
          </a:solidFill>
          <a:uFillTx/>
          <a:latin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rgbClr val="FFFFFF"/>
          </a:solidFill>
          <a:uFillTx/>
          <a:latin typeface="+mn-ea"/>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rgbClr val="FFFFFF"/>
          </a:solidFill>
          <a:uFillTx/>
          <a:latin typeface="+mn-ea"/>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rgbClr val="FFFFFF"/>
          </a:solidFill>
          <a:uFillTx/>
          <a:latin typeface="+mn-ea"/>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rgbClr val="FFFFFF"/>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descr="卡通人物&#10;&#10;低可信度描述已自动生成"/>
          <p:cNvPicPr>
            <a:picLocks noChangeAspect="1"/>
          </p:cNvPicPr>
          <p:nvPr userDrawn="1">
            <p:custDataLst>
              <p:tags r:id="rId2"/>
            </p:custDataLst>
          </p:nvPr>
        </p:nvPicPr>
        <p:blipFill>
          <a:blip r:embed="rId3"/>
          <a:stretch>
            <a:fillRect/>
          </a:stretch>
        </p:blipFill>
        <p:spPr>
          <a:xfrm>
            <a:off x="0" y="-18790"/>
            <a:ext cx="12192000" cy="6858000"/>
          </a:xfrm>
          <a:prstGeom prst="rect">
            <a:avLst/>
          </a:prstGeom>
        </p:spPr>
      </p:pic>
      <p:sp>
        <p:nvSpPr>
          <p:cNvPr id="10" name="矩形 9"/>
          <p:cNvSpPr/>
          <p:nvPr userDrawn="1">
            <p:custDataLst>
              <p:tags r:id="rId4"/>
            </p:custDataLst>
          </p:nvPr>
        </p:nvSpPr>
        <p:spPr>
          <a:xfrm>
            <a:off x="430998" y="592800"/>
            <a:ext cx="108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latin typeface="Arial" panose="020B0604020202020204" pitchFamily="34" charset="0"/>
            </a:endParaRPr>
          </a:p>
        </p:txBody>
      </p:sp>
      <p:sp>
        <p:nvSpPr>
          <p:cNvPr id="11" name="日期占位符 10"/>
          <p:cNvSpPr>
            <a:spLocks noGrp="1"/>
          </p:cNvSpPr>
          <p:nvPr>
            <p:ph type="dt" sz="half" idx="10"/>
            <p:custDataLst>
              <p:tags r:id="rId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2" name="页脚占位符 11"/>
          <p:cNvSpPr>
            <a:spLocks noGrp="1"/>
          </p:cNvSpPr>
          <p:nvPr>
            <p:ph type="ftr" sz="quarter" idx="11"/>
            <p:custDataLst>
              <p:tags r:id="rId6"/>
            </p:custDataLst>
          </p:nvPr>
        </p:nvSpPr>
        <p:spPr>
          <a:xfrm>
            <a:off x="4038600" y="6356350"/>
            <a:ext cx="4114800" cy="365125"/>
          </a:xfrm>
        </p:spPr>
        <p:txBody>
          <a:bodyPr/>
          <a:lstStyle>
            <a:lvl1pPr>
              <a:defRPr>
                <a:latin typeface="Arial" panose="020B0604020202020204" pitchFamily="34" charset="0"/>
              </a:defRPr>
            </a:lvl1pPr>
          </a:lstStyle>
          <a:p>
            <a:endParaRPr lang="en-US" dirty="0"/>
          </a:p>
        </p:txBody>
      </p:sp>
      <p:sp>
        <p:nvSpPr>
          <p:cNvPr id="13" name="灯片编号占位符 12"/>
          <p:cNvSpPr>
            <a:spLocks noGrp="1"/>
          </p:cNvSpPr>
          <p:nvPr>
            <p:ph type="sldNum" sz="quarter" idx="12"/>
            <p:custDataLst>
              <p:tags r:id="rId7"/>
            </p:custDataLst>
          </p:nvPr>
        </p:nvSpPr>
        <p:spPr>
          <a:xfrm>
            <a:off x="8753983" y="6356350"/>
            <a:ext cx="27432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4" name="标题占位符 1"/>
          <p:cNvSpPr>
            <a:spLocks noGrp="1"/>
          </p:cNvSpPr>
          <p:nvPr>
            <p:ph type="title"/>
            <p:custDataLst>
              <p:tags r:id="rId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6" name="文本占位符 5"/>
          <p:cNvSpPr>
            <a:spLocks noGrp="1"/>
          </p:cNvSpPr>
          <p:nvPr>
            <p:ph type="body" idx="1"/>
            <p:custDataLst>
              <p:tags r:id="rId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userDrawn="1">
            <p:custDataLst>
              <p:tags r:id="rId1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81" r:id="rId1"/>
  </p:sldLayoutIdLst>
  <p:txStyles>
    <p:titleStyle>
      <a:lvl1pPr algn="l" defTabSz="914400" rtl="0" eaLnBrk="1" fontAlgn="auto" latinLnBrk="0" hangingPunct="1">
        <a:lnSpc>
          <a:spcPct val="100000"/>
        </a:lnSpc>
        <a:spcBef>
          <a:spcPct val="0"/>
        </a:spcBef>
        <a:buNone/>
        <a:defRPr kumimoji="0" lang="en-US" sz="3200" b="1" i="0" u="none" strike="noStrike" kern="1200" cap="none" spc="0" normalizeH="0" baseline="0" dirty="0" smtClean="0">
          <a:ln>
            <a:noFill/>
            <a:prstDash val="sysDot"/>
          </a:ln>
          <a:solidFill>
            <a:srgbClr val="FFFFFF"/>
          </a:solidFill>
          <a:uFillTx/>
          <a:latin typeface="Arial" panose="020B0604020202020204" pitchFamily="34" charset="0"/>
          <a:sym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0" normalizeH="0" baseline="0">
          <a:solidFill>
            <a:srgbClr val="FFFFFF"/>
          </a:solidFill>
          <a:uFillTx/>
          <a:latin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rgbClr val="FFFFFF"/>
          </a:solidFill>
          <a:uFillTx/>
          <a:latin typeface="+mn-ea"/>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rgbClr val="FFFFFF"/>
          </a:solidFill>
          <a:uFillTx/>
          <a:latin typeface="+mn-ea"/>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rgbClr val="FFFFFF"/>
          </a:solidFill>
          <a:uFillTx/>
          <a:latin typeface="+mn-ea"/>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rgbClr val="FFFFFF"/>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2.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 Type="http://schemas.openxmlformats.org/officeDocument/2006/relationships/tags" Target="../tags/tag152.xml"/><Relationship Id="rId10" Type="http://schemas.openxmlformats.org/officeDocument/2006/relationships/notesSlide" Target="../notesSlides/notesSlide2.xml"/><Relationship Id="rId1" Type="http://schemas.openxmlformats.org/officeDocument/2006/relationships/tags" Target="../tags/tag15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4.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1" Type="http://schemas.openxmlformats.org/officeDocument/2006/relationships/notesSlide" Target="../notesSlides/notesSlide3.xml"/><Relationship Id="rId10" Type="http://schemas.openxmlformats.org/officeDocument/2006/relationships/slideLayout" Target="../slideLayouts/slideLayout23.xml"/><Relationship Id="rId1" Type="http://schemas.openxmlformats.org/officeDocument/2006/relationships/tags" Target="../tags/tag162.xml"/></Relationships>
</file>

<file path=ppt/slides/_rels/slide5.xml.rels><?xml version="1.0" encoding="UTF-8" standalone="yes"?>
<Relationships xmlns="http://schemas.openxmlformats.org/package/2006/relationships"><Relationship Id="rId9" Type="http://schemas.openxmlformats.org/officeDocument/2006/relationships/tags" Target="../tags/tag179.xml"/><Relationship Id="rId8" Type="http://schemas.openxmlformats.org/officeDocument/2006/relationships/tags" Target="../tags/tag178.xml"/><Relationship Id="rId7" Type="http://schemas.openxmlformats.org/officeDocument/2006/relationships/tags" Target="../tags/tag177.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2" Type="http://schemas.openxmlformats.org/officeDocument/2006/relationships/notesSlide" Target="../notesSlides/notesSlide4.xml"/><Relationship Id="rId11" Type="http://schemas.openxmlformats.org/officeDocument/2006/relationships/slideLayout" Target="../slideLayouts/slideLayout24.xml"/><Relationship Id="rId10" Type="http://schemas.openxmlformats.org/officeDocument/2006/relationships/tags" Target="../tags/tag180.xml"/><Relationship Id="rId1" Type="http://schemas.openxmlformats.org/officeDocument/2006/relationships/tags" Target="../tags/tag17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7.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1" Type="http://schemas.openxmlformats.org/officeDocument/2006/relationships/notesSlide" Target="../notesSlides/notesSlide5.xml"/><Relationship Id="rId10" Type="http://schemas.openxmlformats.org/officeDocument/2006/relationships/slideLayout" Target="../slideLayouts/slideLayout26.xml"/><Relationship Id="rId1" Type="http://schemas.openxmlformats.org/officeDocument/2006/relationships/tags" Target="../tags/tag184.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tags" Target="../tags/tag194.xml"/><Relationship Id="rId2" Type="http://schemas.openxmlformats.org/officeDocument/2006/relationships/image" Target="../media/image4.png"/><Relationship Id="rId1" Type="http://schemas.openxmlformats.org/officeDocument/2006/relationships/tags" Target="../tags/tag193.xml"/></Relationships>
</file>

<file path=ppt/slides/_rels/slide9.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image" Target="../media/image5.jpeg"/><Relationship Id="rId2" Type="http://schemas.openxmlformats.org/officeDocument/2006/relationships/tags" Target="../tags/tag196.xml"/><Relationship Id="rId17" Type="http://schemas.openxmlformats.org/officeDocument/2006/relationships/slideLayout" Target="../slideLayouts/slideLayout27.xml"/><Relationship Id="rId16" Type="http://schemas.openxmlformats.org/officeDocument/2006/relationships/tags" Target="../tags/tag209.xml"/><Relationship Id="rId15" Type="http://schemas.openxmlformats.org/officeDocument/2006/relationships/tags" Target="../tags/tag208.xml"/><Relationship Id="rId14" Type="http://schemas.openxmlformats.org/officeDocument/2006/relationships/tags" Target="../tags/tag207.xml"/><Relationship Id="rId13" Type="http://schemas.openxmlformats.org/officeDocument/2006/relationships/tags" Target="../tags/tag206.xml"/><Relationship Id="rId12" Type="http://schemas.openxmlformats.org/officeDocument/2006/relationships/tags" Target="../tags/tag205.xml"/><Relationship Id="rId11" Type="http://schemas.openxmlformats.org/officeDocument/2006/relationships/tags" Target="../tags/tag204.xml"/><Relationship Id="rId10" Type="http://schemas.openxmlformats.org/officeDocument/2006/relationships/tags" Target="../tags/tag203.xml"/><Relationship Id="rId1" Type="http://schemas.openxmlformats.org/officeDocument/2006/relationships/tags" Target="../tags/tag195.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s>
</file>

<file path=ppt/slides/_rels/slide11.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image" Target="../media/image7.jpeg"/><Relationship Id="rId4" Type="http://schemas.openxmlformats.org/officeDocument/2006/relationships/tags" Target="../tags/tag215.xml"/><Relationship Id="rId3" Type="http://schemas.openxmlformats.org/officeDocument/2006/relationships/image" Target="../media/image6.jpeg"/><Relationship Id="rId2" Type="http://schemas.openxmlformats.org/officeDocument/2006/relationships/tags" Target="../tags/tag214.xml"/><Relationship Id="rId19" Type="http://schemas.openxmlformats.org/officeDocument/2006/relationships/notesSlide" Target="../notesSlides/notesSlide6.xml"/><Relationship Id="rId18" Type="http://schemas.openxmlformats.org/officeDocument/2006/relationships/slideLayout" Target="../slideLayouts/slideLayout23.xml"/><Relationship Id="rId17" Type="http://schemas.openxmlformats.org/officeDocument/2006/relationships/tags" Target="../tags/tag226.xml"/><Relationship Id="rId16" Type="http://schemas.openxmlformats.org/officeDocument/2006/relationships/image" Target="../media/image8.jpeg"/><Relationship Id="rId15" Type="http://schemas.openxmlformats.org/officeDocument/2006/relationships/tags" Target="../tags/tag225.xml"/><Relationship Id="rId14" Type="http://schemas.openxmlformats.org/officeDocument/2006/relationships/tags" Target="../tags/tag224.xml"/><Relationship Id="rId13" Type="http://schemas.openxmlformats.org/officeDocument/2006/relationships/tags" Target="../tags/tag223.xml"/><Relationship Id="rId12" Type="http://schemas.openxmlformats.org/officeDocument/2006/relationships/tags" Target="../tags/tag222.xml"/><Relationship Id="rId11" Type="http://schemas.openxmlformats.org/officeDocument/2006/relationships/tags" Target="../tags/tag221.xml"/><Relationship Id="rId10" Type="http://schemas.openxmlformats.org/officeDocument/2006/relationships/tags" Target="../tags/tag220.xml"/><Relationship Id="rId1" Type="http://schemas.openxmlformats.org/officeDocument/2006/relationships/tags" Target="../tags/tag213.xml"/></Relationships>
</file>

<file path=ppt/slides/_rels/slide12.xml.rels><?xml version="1.0" encoding="UTF-8" standalone="yes"?>
<Relationships xmlns="http://schemas.openxmlformats.org/package/2006/relationships"><Relationship Id="rId9" Type="http://schemas.openxmlformats.org/officeDocument/2006/relationships/tags" Target="../tags/tag234.xml"/><Relationship Id="rId8" Type="http://schemas.openxmlformats.org/officeDocument/2006/relationships/tags" Target="../tags/tag233.xml"/><Relationship Id="rId7" Type="http://schemas.openxmlformats.org/officeDocument/2006/relationships/tags" Target="../tags/tag232.xml"/><Relationship Id="rId6" Type="http://schemas.openxmlformats.org/officeDocument/2006/relationships/tags" Target="../tags/tag231.xml"/><Relationship Id="rId5" Type="http://schemas.openxmlformats.org/officeDocument/2006/relationships/tags" Target="../tags/tag230.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image" Target="../media/image9.jpeg"/><Relationship Id="rId13" Type="http://schemas.openxmlformats.org/officeDocument/2006/relationships/notesSlide" Target="../notesSlides/notesSlide7.xml"/><Relationship Id="rId12" Type="http://schemas.openxmlformats.org/officeDocument/2006/relationships/slideLayout" Target="../slideLayouts/slideLayout25.xml"/><Relationship Id="rId11" Type="http://schemas.openxmlformats.org/officeDocument/2006/relationships/tags" Target="../tags/tag236.xml"/><Relationship Id="rId10" Type="http://schemas.openxmlformats.org/officeDocument/2006/relationships/tags" Target="../tags/tag235.xml"/><Relationship Id="rId1" Type="http://schemas.openxmlformats.org/officeDocument/2006/relationships/tags" Target="../tags/tag227.xml"/></Relationships>
</file>

<file path=ppt/slides/_rels/slide13.xml.rels><?xml version="1.0" encoding="UTF-8" standalone="yes"?>
<Relationships xmlns="http://schemas.openxmlformats.org/package/2006/relationships"><Relationship Id="rId9" Type="http://schemas.openxmlformats.org/officeDocument/2006/relationships/tags" Target="../tags/tag244.xml"/><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image" Target="../media/image10.jpeg"/><Relationship Id="rId22" Type="http://schemas.openxmlformats.org/officeDocument/2006/relationships/slideLayout" Target="../slideLayouts/slideLayout25.xml"/><Relationship Id="rId21" Type="http://schemas.openxmlformats.org/officeDocument/2006/relationships/tags" Target="../tags/tag256.xml"/><Relationship Id="rId20" Type="http://schemas.openxmlformats.org/officeDocument/2006/relationships/tags" Target="../tags/tag255.xml"/><Relationship Id="rId2" Type="http://schemas.openxmlformats.org/officeDocument/2006/relationships/tags" Target="../tags/tag238.xml"/><Relationship Id="rId19" Type="http://schemas.openxmlformats.org/officeDocument/2006/relationships/tags" Target="../tags/tag254.xml"/><Relationship Id="rId18" Type="http://schemas.openxmlformats.org/officeDocument/2006/relationships/tags" Target="../tags/tag253.xml"/><Relationship Id="rId17" Type="http://schemas.openxmlformats.org/officeDocument/2006/relationships/tags" Target="../tags/tag252.xml"/><Relationship Id="rId16" Type="http://schemas.openxmlformats.org/officeDocument/2006/relationships/tags" Target="../tags/tag251.xml"/><Relationship Id="rId15" Type="http://schemas.openxmlformats.org/officeDocument/2006/relationships/tags" Target="../tags/tag250.xml"/><Relationship Id="rId14" Type="http://schemas.openxmlformats.org/officeDocument/2006/relationships/tags" Target="../tags/tag249.xml"/><Relationship Id="rId13" Type="http://schemas.openxmlformats.org/officeDocument/2006/relationships/tags" Target="../tags/tag248.xml"/><Relationship Id="rId12" Type="http://schemas.openxmlformats.org/officeDocument/2006/relationships/tags" Target="../tags/tag247.xml"/><Relationship Id="rId11" Type="http://schemas.openxmlformats.org/officeDocument/2006/relationships/tags" Target="../tags/tag246.xml"/><Relationship Id="rId10" Type="http://schemas.openxmlformats.org/officeDocument/2006/relationships/tags" Target="../tags/tag245.xml"/><Relationship Id="rId1" Type="http://schemas.openxmlformats.org/officeDocument/2006/relationships/tags" Target="../tags/tag237.xml"/></Relationships>
</file>

<file path=ppt/slides/_rels/slide14.xml.rels><?xml version="1.0" encoding="UTF-8" standalone="yes"?>
<Relationships xmlns="http://schemas.openxmlformats.org/package/2006/relationships"><Relationship Id="rId9" Type="http://schemas.openxmlformats.org/officeDocument/2006/relationships/tags" Target="../tags/tag263.xml"/><Relationship Id="rId8" Type="http://schemas.openxmlformats.org/officeDocument/2006/relationships/tags" Target="../tags/tag262.xml"/><Relationship Id="rId7" Type="http://schemas.openxmlformats.org/officeDocument/2006/relationships/tags" Target="../tags/tag261.xml"/><Relationship Id="rId6" Type="http://schemas.openxmlformats.org/officeDocument/2006/relationships/tags" Target="../tags/tag260.xml"/><Relationship Id="rId5" Type="http://schemas.openxmlformats.org/officeDocument/2006/relationships/image" Target="../media/image10.jpeg"/><Relationship Id="rId4" Type="http://schemas.openxmlformats.org/officeDocument/2006/relationships/tags" Target="../tags/tag259.xml"/><Relationship Id="rId3" Type="http://schemas.openxmlformats.org/officeDocument/2006/relationships/image" Target="../media/image11.png"/><Relationship Id="rId23" Type="http://schemas.openxmlformats.org/officeDocument/2006/relationships/slideLayout" Target="../slideLayouts/slideLayout25.xml"/><Relationship Id="rId22" Type="http://schemas.openxmlformats.org/officeDocument/2006/relationships/tags" Target="../tags/tag276.xml"/><Relationship Id="rId21" Type="http://schemas.openxmlformats.org/officeDocument/2006/relationships/tags" Target="../tags/tag275.xml"/><Relationship Id="rId20" Type="http://schemas.openxmlformats.org/officeDocument/2006/relationships/tags" Target="../tags/tag274.xml"/><Relationship Id="rId2" Type="http://schemas.openxmlformats.org/officeDocument/2006/relationships/tags" Target="../tags/tag258.xml"/><Relationship Id="rId19" Type="http://schemas.openxmlformats.org/officeDocument/2006/relationships/tags" Target="../tags/tag273.xml"/><Relationship Id="rId18" Type="http://schemas.openxmlformats.org/officeDocument/2006/relationships/tags" Target="../tags/tag272.xml"/><Relationship Id="rId17" Type="http://schemas.openxmlformats.org/officeDocument/2006/relationships/tags" Target="../tags/tag271.xml"/><Relationship Id="rId16" Type="http://schemas.openxmlformats.org/officeDocument/2006/relationships/tags" Target="../tags/tag270.xml"/><Relationship Id="rId15" Type="http://schemas.openxmlformats.org/officeDocument/2006/relationships/tags" Target="../tags/tag269.xml"/><Relationship Id="rId14" Type="http://schemas.openxmlformats.org/officeDocument/2006/relationships/tags" Target="../tags/tag268.xml"/><Relationship Id="rId13" Type="http://schemas.openxmlformats.org/officeDocument/2006/relationships/tags" Target="../tags/tag267.xml"/><Relationship Id="rId12" Type="http://schemas.openxmlformats.org/officeDocument/2006/relationships/tags" Target="../tags/tag266.xml"/><Relationship Id="rId11" Type="http://schemas.openxmlformats.org/officeDocument/2006/relationships/tags" Target="../tags/tag265.xml"/><Relationship Id="rId10" Type="http://schemas.openxmlformats.org/officeDocument/2006/relationships/tags" Target="../tags/tag264.xml"/><Relationship Id="rId1" Type="http://schemas.openxmlformats.org/officeDocument/2006/relationships/tags" Target="../tags/tag257.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tags" Target="../tags/tag2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idx="14"/>
            <p:custDataLst>
              <p:tags r:id="rId1"/>
            </p:custDataLst>
          </p:nvPr>
        </p:nvSpPr>
        <p:spPr/>
        <p:txBody>
          <a:bodyPr/>
          <a:lstStyle/>
          <a:p>
            <a:r>
              <a:rPr lang="en-US"/>
              <a:t>An ProVip</a:t>
            </a:r>
            <a:endParaRPr lang="en-US"/>
          </a:p>
        </p:txBody>
      </p:sp>
      <p:sp>
        <p:nvSpPr>
          <p:cNvPr id="7" name="文本占位符 6"/>
          <p:cNvSpPr>
            <a:spLocks noGrp="1"/>
          </p:cNvSpPr>
          <p:nvPr>
            <p:ph type="body" idx="13"/>
            <p:custDataLst>
              <p:tags r:id="rId2"/>
            </p:custDataLst>
          </p:nvPr>
        </p:nvSpPr>
        <p:spPr/>
        <p:txBody>
          <a:bodyPr/>
          <a:lstStyle/>
          <a:p>
            <a:r>
              <a:rPr lang="en-US"/>
              <a:t>Click to add subtitle</a:t>
            </a:r>
            <a:endParaRPr lang="en-US"/>
          </a:p>
        </p:txBody>
      </p:sp>
      <p:sp>
        <p:nvSpPr>
          <p:cNvPr id="8" name="标题 7"/>
          <p:cNvSpPr>
            <a:spLocks noGrp="1"/>
          </p:cNvSpPr>
          <p:nvPr>
            <p:ph type="title" idx="9"/>
            <p:custDataLst>
              <p:tags r:id="rId3"/>
            </p:custDataLst>
          </p:nvPr>
        </p:nvSpPr>
        <p:spPr/>
        <p:txBody>
          <a:bodyPr/>
          <a:lstStyle/>
          <a:p>
            <a:r>
              <a:rPr lang="en-US" dirty="0">
                <a:latin typeface="+mj-lt"/>
              </a:rPr>
              <a:t>Database Design</a:t>
            </a:r>
            <a:endParaRPr lang="en-US" dirty="0">
              <a:latin typeface="+mj-lt"/>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3"/>
            <p:custDataLst>
              <p:tags r:id="rId1"/>
            </p:custDataLst>
          </p:nvPr>
        </p:nvSpPr>
        <p:spPr/>
        <p:txBody>
          <a:bodyPr/>
          <a:lstStyle/>
          <a:p>
            <a:r>
              <a:rPr lang="en-US"/>
              <a:t>Nội dung</a:t>
            </a:r>
            <a:endParaRPr lang="en-US"/>
          </a:p>
        </p:txBody>
      </p:sp>
      <p:sp>
        <p:nvSpPr>
          <p:cNvPr id="43" name="序号"/>
          <p:cNvSpPr txBox="1"/>
          <p:nvPr>
            <p:custDataLst>
              <p:tags r:id="rId2"/>
            </p:custDataLst>
          </p:nvPr>
        </p:nvSpPr>
        <p:spPr>
          <a:xfrm>
            <a:off x="4958715" y="2915285"/>
            <a:ext cx="1948180" cy="507365"/>
          </a:xfrm>
          <a:prstGeom prst="rect">
            <a:avLst/>
          </a:prstGeom>
          <a:noFill/>
        </p:spPr>
        <p:txBody>
          <a:bodyPr wrap="none" lIns="0" tIns="0" rIns="0" bIns="0" rtlCol="0" anchor="b" anchorCtr="0">
            <a:noAutofit/>
          </a:bodyPr>
          <a:lstStyle/>
          <a:p>
            <a:r>
              <a:rPr lang="en-US" sz="3200" b="1" dirty="0">
                <a:solidFill>
                  <a:srgbClr val="FFFFFF"/>
                </a:solidFill>
                <a:latin typeface="+mj-lt"/>
              </a:rPr>
              <a:t>02</a:t>
            </a:r>
            <a:endParaRPr lang="en-US" sz="3200" b="1" dirty="0">
              <a:solidFill>
                <a:srgbClr val="FFFFFF"/>
              </a:solidFill>
              <a:latin typeface="+mj-lt"/>
            </a:endParaRPr>
          </a:p>
        </p:txBody>
      </p:sp>
      <p:sp>
        <p:nvSpPr>
          <p:cNvPr id="44" name="标题"/>
          <p:cNvSpPr txBox="1"/>
          <p:nvPr>
            <p:custDataLst>
              <p:tags r:id="rId3"/>
            </p:custDataLst>
          </p:nvPr>
        </p:nvSpPr>
        <p:spPr>
          <a:xfrm>
            <a:off x="4958715" y="3728085"/>
            <a:ext cx="2442210" cy="1062990"/>
          </a:xfrm>
          <a:prstGeom prst="rect">
            <a:avLst/>
          </a:prstGeom>
          <a:noFill/>
        </p:spPr>
        <p:txBody>
          <a:bodyPr wrap="square" lIns="0" tIns="0" rIns="0" bIns="0" rtlCol="0" anchor="t" anchorCtr="0">
            <a:normAutofit/>
          </a:bodyPr>
          <a:lstStyle/>
          <a:p>
            <a:r>
              <a:rPr lang="en-US" sz="2200" b="1" dirty="0">
                <a:solidFill>
                  <a:srgbClr val="FFFFFF"/>
                </a:solidFill>
                <a:latin typeface="+mj-lt"/>
              </a:rPr>
              <a:t>Thiết kế sơ đồ ERD</a:t>
            </a:r>
            <a:endParaRPr lang="en-US" sz="2200" b="1" dirty="0">
              <a:solidFill>
                <a:srgbClr val="FFFFFF"/>
              </a:solidFill>
              <a:latin typeface="+mj-lt"/>
            </a:endParaRPr>
          </a:p>
        </p:txBody>
      </p:sp>
      <p:sp>
        <p:nvSpPr>
          <p:cNvPr id="46" name="序号"/>
          <p:cNvSpPr txBox="1"/>
          <p:nvPr>
            <p:custDataLst>
              <p:tags r:id="rId4"/>
            </p:custDataLst>
          </p:nvPr>
        </p:nvSpPr>
        <p:spPr>
          <a:xfrm>
            <a:off x="1670050" y="2915285"/>
            <a:ext cx="1948180" cy="507365"/>
          </a:xfrm>
          <a:prstGeom prst="rect">
            <a:avLst/>
          </a:prstGeom>
          <a:noFill/>
        </p:spPr>
        <p:txBody>
          <a:bodyPr wrap="none" lIns="0" tIns="0" rIns="0" bIns="0" rtlCol="0" anchor="b" anchorCtr="0">
            <a:noAutofit/>
          </a:bodyPr>
          <a:lstStyle/>
          <a:p>
            <a:r>
              <a:rPr lang="en-US" sz="3200" b="1" dirty="0">
                <a:solidFill>
                  <a:srgbClr val="FFFFFF"/>
                </a:solidFill>
                <a:latin typeface="+mj-lt"/>
              </a:rPr>
              <a:t>01</a:t>
            </a:r>
            <a:endParaRPr lang="en-US" sz="3200" b="1" dirty="0">
              <a:solidFill>
                <a:srgbClr val="FFFFFF"/>
              </a:solidFill>
              <a:latin typeface="+mj-lt"/>
            </a:endParaRPr>
          </a:p>
        </p:txBody>
      </p:sp>
      <p:sp>
        <p:nvSpPr>
          <p:cNvPr id="47" name="标题"/>
          <p:cNvSpPr txBox="1"/>
          <p:nvPr>
            <p:custDataLst>
              <p:tags r:id="rId5"/>
            </p:custDataLst>
          </p:nvPr>
        </p:nvSpPr>
        <p:spPr>
          <a:xfrm>
            <a:off x="1670049" y="3728085"/>
            <a:ext cx="2459019" cy="1062990"/>
          </a:xfrm>
          <a:prstGeom prst="rect">
            <a:avLst/>
          </a:prstGeom>
          <a:noFill/>
        </p:spPr>
        <p:txBody>
          <a:bodyPr wrap="square" lIns="0" tIns="0" rIns="0" bIns="0" rtlCol="0" anchor="t" anchorCtr="0">
            <a:normAutofit/>
          </a:bodyPr>
          <a:lstStyle/>
          <a:p>
            <a:r>
              <a:rPr lang="en-US" sz="2200" b="1" dirty="0">
                <a:solidFill>
                  <a:srgbClr val="FFFFFF"/>
                </a:solidFill>
                <a:latin typeface="+mj-lt"/>
              </a:rPr>
              <a:t>Ý tưởng thiết kế</a:t>
            </a:r>
            <a:endParaRPr lang="en-US" sz="2200" b="1" dirty="0">
              <a:solidFill>
                <a:srgbClr val="FFFFFF"/>
              </a:solidFill>
              <a:latin typeface="+mj-lt"/>
            </a:endParaRPr>
          </a:p>
        </p:txBody>
      </p:sp>
      <p:sp>
        <p:nvSpPr>
          <p:cNvPr id="4" name="序号"/>
          <p:cNvSpPr txBox="1"/>
          <p:nvPr>
            <p:custDataLst>
              <p:tags r:id="rId6"/>
            </p:custDataLst>
          </p:nvPr>
        </p:nvSpPr>
        <p:spPr>
          <a:xfrm>
            <a:off x="8247380" y="2915285"/>
            <a:ext cx="1948180" cy="507365"/>
          </a:xfrm>
          <a:prstGeom prst="rect">
            <a:avLst/>
          </a:prstGeom>
          <a:noFill/>
        </p:spPr>
        <p:txBody>
          <a:bodyPr wrap="none" lIns="0" tIns="0" rIns="0" bIns="0" rtlCol="0" anchor="b" anchorCtr="0">
            <a:noAutofit/>
          </a:bodyPr>
          <a:lstStyle/>
          <a:p>
            <a:r>
              <a:rPr lang="en-US" sz="3200" b="1" dirty="0">
                <a:solidFill>
                  <a:srgbClr val="FFFFFF"/>
                </a:solidFill>
                <a:latin typeface="+mj-lt"/>
              </a:rPr>
              <a:t>03</a:t>
            </a:r>
            <a:endParaRPr lang="en-US" sz="3200" b="1" dirty="0">
              <a:solidFill>
                <a:srgbClr val="FFFFFF"/>
              </a:solidFill>
              <a:latin typeface="+mj-lt"/>
            </a:endParaRPr>
          </a:p>
        </p:txBody>
      </p:sp>
      <p:sp>
        <p:nvSpPr>
          <p:cNvPr id="6" name="标题"/>
          <p:cNvSpPr txBox="1"/>
          <p:nvPr>
            <p:custDataLst>
              <p:tags r:id="rId7"/>
            </p:custDataLst>
          </p:nvPr>
        </p:nvSpPr>
        <p:spPr>
          <a:xfrm>
            <a:off x="8247380" y="3728085"/>
            <a:ext cx="2458800" cy="1062990"/>
          </a:xfrm>
          <a:prstGeom prst="rect">
            <a:avLst/>
          </a:prstGeom>
          <a:noFill/>
        </p:spPr>
        <p:txBody>
          <a:bodyPr wrap="square" lIns="0" tIns="0" rIns="0" bIns="0" rtlCol="0" anchor="t" anchorCtr="0">
            <a:normAutofit/>
          </a:bodyPr>
          <a:lstStyle/>
          <a:p>
            <a:r>
              <a:rPr lang="en-US" sz="2200" b="1" dirty="0">
                <a:solidFill>
                  <a:srgbClr val="FFFFFF"/>
                </a:solidFill>
                <a:latin typeface="+mj-lt"/>
              </a:rPr>
              <a:t>Quản lí, bảo trì và nâng cấp</a:t>
            </a:r>
            <a:endParaRPr lang="en-US" sz="2200" b="1" dirty="0">
              <a:solidFill>
                <a:srgbClr val="FFFFFF"/>
              </a:solidFill>
              <a:latin typeface="+mj-lt"/>
            </a:endParaRPr>
          </a:p>
        </p:txBody>
      </p:sp>
    </p:spTree>
    <p:custDataLst>
      <p:tags r:id="rId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2"/>
            <p:custDataLst>
              <p:tags r:id="rId1"/>
            </p:custDataLst>
          </p:nvPr>
        </p:nvSpPr>
        <p:spPr/>
        <p:txBody>
          <a:bodyPr/>
          <a:lstStyle/>
          <a:p>
            <a:r>
              <a:rPr lang="en-US">
                <a:latin typeface="+mn-lt"/>
              </a:rPr>
              <a:t>01</a:t>
            </a:r>
            <a:endParaRPr lang="en-US">
              <a:latin typeface="+mn-lt"/>
            </a:endParaRPr>
          </a:p>
        </p:txBody>
      </p:sp>
      <p:sp>
        <p:nvSpPr>
          <p:cNvPr id="5" name="标题 4"/>
          <p:cNvSpPr>
            <a:spLocks noGrp="1"/>
          </p:cNvSpPr>
          <p:nvPr>
            <p:ph type="title" idx="1"/>
            <p:custDataLst>
              <p:tags r:id="rId2"/>
            </p:custDataLst>
          </p:nvPr>
        </p:nvSpPr>
        <p:spPr/>
        <p:txBody>
          <a:bodyPr/>
          <a:lstStyle/>
          <a:p>
            <a:r>
              <a:rPr lang="en-US">
                <a:latin typeface="+mj-lt"/>
              </a:rPr>
              <a:t>Ý tưởng thiết kế</a:t>
            </a:r>
            <a:endParaRPr lang="en-US">
              <a:latin typeface="+mj-lt"/>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695960" y="394335"/>
            <a:ext cx="10800080" cy="673100"/>
          </a:xfrm>
        </p:spPr>
        <p:txBody>
          <a:bodyPr wrap="square">
            <a:normAutofit/>
          </a:bodyPr>
          <a:lstStyle/>
          <a:p>
            <a:r>
              <a:rPr lang="en-US" spc="0">
                <a:latin typeface="+mj-lt"/>
              </a:rPr>
              <a:t>Mục đích thiết kế và nhu cầu người sử dụng</a:t>
            </a:r>
            <a:endParaRPr lang="en-US" spc="0">
              <a:latin typeface="+mj-lt"/>
            </a:endParaRPr>
          </a:p>
        </p:txBody>
      </p:sp>
      <p:cxnSp>
        <p:nvCxnSpPr>
          <p:cNvPr id="4" name="直接连接符 3"/>
          <p:cNvCxnSpPr/>
          <p:nvPr>
            <p:custDataLst>
              <p:tags r:id="rId2"/>
            </p:custDataLst>
          </p:nvPr>
        </p:nvCxnSpPr>
        <p:spPr>
          <a:xfrm flipV="1">
            <a:off x="2388778" y="2514261"/>
            <a:ext cx="0" cy="2722980"/>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5" name="矩形 4"/>
          <p:cNvSpPr/>
          <p:nvPr>
            <p:custDataLst>
              <p:tags r:id="rId3"/>
            </p:custDataLst>
          </p:nvPr>
        </p:nvSpPr>
        <p:spPr>
          <a:xfrm>
            <a:off x="2629535" y="2959735"/>
            <a:ext cx="3113405" cy="2218690"/>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sz="1600" kern="0" dirty="0">
                <a:ln>
                  <a:noFill/>
                  <a:prstDash val="sysDot"/>
                </a:ln>
                <a:solidFill>
                  <a:schemeClr val="tx1">
                    <a:lumMod val="85000"/>
                    <a:lumOff val="15000"/>
                  </a:schemeClr>
                </a:solidFill>
                <a:latin typeface="+mn-lt"/>
                <a:sym typeface="+mn-ea"/>
              </a:rPr>
              <a:t>Thiết kế một cơ sở dữ liệu có khả năng thực hiện việc đọc và ghi các giá trị từ thiết bị điện được đo đạc và sử dụng chúng để có thể cho người dùng biết được và tối ưu chi phí</a:t>
            </a:r>
            <a:endParaRPr lang="en-US" sz="1600" kern="0" dirty="0">
              <a:ln>
                <a:noFill/>
                <a:prstDash val="sysDot"/>
              </a:ln>
              <a:solidFill>
                <a:schemeClr val="tx1">
                  <a:lumMod val="85000"/>
                  <a:lumOff val="15000"/>
                </a:schemeClr>
              </a:solidFill>
              <a:latin typeface="+mn-lt"/>
              <a:sym typeface="+mn-ea"/>
            </a:endParaRPr>
          </a:p>
        </p:txBody>
      </p:sp>
      <p:sp>
        <p:nvSpPr>
          <p:cNvPr id="6" name="矩形 5"/>
          <p:cNvSpPr/>
          <p:nvPr>
            <p:custDataLst>
              <p:tags r:id="rId4"/>
            </p:custDataLst>
          </p:nvPr>
        </p:nvSpPr>
        <p:spPr>
          <a:xfrm>
            <a:off x="2629503" y="1984015"/>
            <a:ext cx="3113667" cy="818819"/>
          </a:xfrm>
          <a:prstGeom prst="rect">
            <a:avLst/>
          </a:prstGeom>
          <a:noFill/>
        </p:spPr>
        <p:txBody>
          <a:bodyPr wrap="square" lIns="0" tIns="0" rIns="0" bIns="0" rtlCol="0" anchor="b">
            <a:normAutofit/>
          </a:bodyPr>
          <a:p>
            <a:pPr algn="ctr">
              <a:lnSpc>
                <a:spcPct val="110000"/>
              </a:lnSpc>
              <a:spcBef>
                <a:spcPct val="0"/>
              </a:spcBef>
              <a:spcAft>
                <a:spcPct val="0"/>
              </a:spcAft>
            </a:pPr>
            <a:r>
              <a:rPr lang="en-US" sz="2000" b="1" kern="0" dirty="0">
                <a:solidFill>
                  <a:schemeClr val="accent1"/>
                </a:solidFill>
                <a:latin typeface="+mj-lt"/>
                <a:sym typeface="+mn-ea"/>
              </a:rPr>
              <a:t>Mục đích</a:t>
            </a:r>
            <a:endParaRPr lang="en-US" sz="2000" b="1" kern="0" dirty="0">
              <a:solidFill>
                <a:schemeClr val="accent1"/>
              </a:solidFill>
              <a:latin typeface="+mj-lt"/>
              <a:sym typeface="+mn-ea"/>
            </a:endParaRPr>
          </a:p>
        </p:txBody>
      </p:sp>
      <p:cxnSp>
        <p:nvCxnSpPr>
          <p:cNvPr id="16" name="直接连接符 15"/>
          <p:cNvCxnSpPr/>
          <p:nvPr>
            <p:custDataLst>
              <p:tags r:id="rId5"/>
            </p:custDataLst>
          </p:nvPr>
        </p:nvCxnSpPr>
        <p:spPr>
          <a:xfrm flipV="1">
            <a:off x="6103181" y="2514261"/>
            <a:ext cx="0" cy="2722980"/>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8" name="矩形 7"/>
          <p:cNvSpPr/>
          <p:nvPr>
            <p:custDataLst>
              <p:tags r:id="rId6"/>
            </p:custDataLst>
          </p:nvPr>
        </p:nvSpPr>
        <p:spPr>
          <a:xfrm>
            <a:off x="6343650" y="2959735"/>
            <a:ext cx="3113405" cy="2218690"/>
          </a:xfrm>
          <a:prstGeom prst="rect">
            <a:avLst/>
          </a:prstGeom>
          <a:noFill/>
        </p:spPr>
        <p:txBody>
          <a:bodyPr wrap="square" lIns="0" tIns="0" rIns="0" bIns="0" rtlCol="0" anchor="t" anchorCtr="0">
            <a:normAutofit/>
          </a:bodyPr>
          <a:p>
            <a:pPr>
              <a:lnSpc>
                <a:spcPct val="150000"/>
              </a:lnSpc>
              <a:spcBef>
                <a:spcPct val="0"/>
              </a:spcBef>
              <a:spcAft>
                <a:spcPct val="0"/>
              </a:spcAft>
            </a:pPr>
            <a:r>
              <a:rPr lang="en-US" sz="1600" kern="0" dirty="0">
                <a:ln>
                  <a:noFill/>
                  <a:prstDash val="sysDot"/>
                </a:ln>
                <a:solidFill>
                  <a:schemeClr val="tx1">
                    <a:lumMod val="85000"/>
                    <a:lumOff val="15000"/>
                  </a:schemeClr>
                </a:solidFill>
                <a:latin typeface="+mn-lt"/>
                <a:sym typeface="+mn-ea"/>
              </a:rPr>
              <a:t>Xem được những giá trị mà thiết bị đã đo</a:t>
            </a:r>
            <a:endParaRPr lang="en-US" sz="1600" kern="0" dirty="0">
              <a:ln>
                <a:noFill/>
                <a:prstDash val="sysDot"/>
              </a:ln>
              <a:solidFill>
                <a:schemeClr val="tx1">
                  <a:lumMod val="85000"/>
                  <a:lumOff val="15000"/>
                </a:schemeClr>
              </a:solidFill>
              <a:latin typeface="+mn-lt"/>
              <a:sym typeface="+mn-ea"/>
            </a:endParaRPr>
          </a:p>
          <a:p>
            <a:pPr>
              <a:lnSpc>
                <a:spcPct val="150000"/>
              </a:lnSpc>
              <a:spcBef>
                <a:spcPct val="0"/>
              </a:spcBef>
              <a:spcAft>
                <a:spcPct val="0"/>
              </a:spcAft>
            </a:pPr>
            <a:r>
              <a:rPr lang="en-US" sz="1600" kern="0" dirty="0">
                <a:ln>
                  <a:noFill/>
                  <a:prstDash val="sysDot"/>
                </a:ln>
                <a:solidFill>
                  <a:schemeClr val="tx1">
                    <a:lumMod val="85000"/>
                    <a:lumOff val="15000"/>
                  </a:schemeClr>
                </a:solidFill>
                <a:latin typeface="+mn-lt"/>
                <a:sym typeface="+mn-ea"/>
              </a:rPr>
              <a:t>Biết được những thiết bị có thể lỗi hoặc tình trạng của các thiết bị trong gia đình</a:t>
            </a:r>
            <a:endParaRPr lang="en-US" sz="1600" kern="0" dirty="0">
              <a:ln>
                <a:noFill/>
                <a:prstDash val="sysDot"/>
              </a:ln>
              <a:solidFill>
                <a:schemeClr val="tx1">
                  <a:lumMod val="85000"/>
                  <a:lumOff val="15000"/>
                </a:schemeClr>
              </a:solidFill>
              <a:latin typeface="+mn-lt"/>
              <a:sym typeface="+mn-ea"/>
            </a:endParaRPr>
          </a:p>
          <a:p>
            <a:pPr>
              <a:lnSpc>
                <a:spcPct val="150000"/>
              </a:lnSpc>
              <a:spcBef>
                <a:spcPct val="0"/>
              </a:spcBef>
              <a:spcAft>
                <a:spcPct val="0"/>
              </a:spcAft>
            </a:pPr>
            <a:endParaRPr lang="en-US" sz="1600" kern="0" dirty="0">
              <a:ln>
                <a:noFill/>
                <a:prstDash val="sysDot"/>
              </a:ln>
              <a:solidFill>
                <a:schemeClr val="tx1">
                  <a:lumMod val="85000"/>
                  <a:lumOff val="15000"/>
                </a:schemeClr>
              </a:solidFill>
              <a:latin typeface="+mn-lt"/>
              <a:sym typeface="+mn-ea"/>
            </a:endParaRPr>
          </a:p>
        </p:txBody>
      </p:sp>
      <p:sp>
        <p:nvSpPr>
          <p:cNvPr id="9" name="矩形 8"/>
          <p:cNvSpPr/>
          <p:nvPr>
            <p:custDataLst>
              <p:tags r:id="rId7"/>
            </p:custDataLst>
          </p:nvPr>
        </p:nvSpPr>
        <p:spPr>
          <a:xfrm>
            <a:off x="6343906" y="1984015"/>
            <a:ext cx="3113667" cy="818819"/>
          </a:xfrm>
          <a:prstGeom prst="rect">
            <a:avLst/>
          </a:prstGeom>
          <a:noFill/>
        </p:spPr>
        <p:txBody>
          <a:bodyPr wrap="square" lIns="0" tIns="0" rIns="0" bIns="0" rtlCol="0" anchor="b">
            <a:normAutofit/>
          </a:bodyPr>
          <a:p>
            <a:pPr algn="ctr">
              <a:spcBef>
                <a:spcPct val="0"/>
              </a:spcBef>
              <a:spcAft>
                <a:spcPct val="0"/>
              </a:spcAft>
            </a:pPr>
            <a:r>
              <a:rPr lang="en-US" sz="2000" b="1" kern="0" dirty="0">
                <a:solidFill>
                  <a:schemeClr val="accent1"/>
                </a:solidFill>
                <a:latin typeface="+mj-lt"/>
                <a:sym typeface="+mn-ea"/>
              </a:rPr>
              <a:t>Nhu cầu</a:t>
            </a:r>
            <a:endParaRPr lang="en-US" sz="2000" b="1" kern="0" dirty="0">
              <a:solidFill>
                <a:schemeClr val="accent1"/>
              </a:solidFill>
              <a:latin typeface="+mj-lt"/>
              <a:sym typeface="+mn-ea"/>
            </a:endParaRPr>
          </a:p>
        </p:txBody>
      </p:sp>
      <p:cxnSp>
        <p:nvCxnSpPr>
          <p:cNvPr id="19" name="直接连接符 18"/>
          <p:cNvCxnSpPr/>
          <p:nvPr>
            <p:custDataLst>
              <p:tags r:id="rId8"/>
            </p:custDataLst>
          </p:nvPr>
        </p:nvCxnSpPr>
        <p:spPr>
          <a:xfrm flipV="1">
            <a:off x="9799165" y="2499652"/>
            <a:ext cx="0" cy="2722980"/>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Tree>
    <p:custDataLst>
      <p:tags r:id="rId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任意多边形: 形状 17"/>
          <p:cNvSpPr/>
          <p:nvPr>
            <p:custDataLst>
              <p:tags r:id="rId1"/>
            </p:custDataLst>
          </p:nvPr>
        </p:nvSpPr>
        <p:spPr>
          <a:xfrm rot="21342100">
            <a:off x="7469116" y="1289275"/>
            <a:ext cx="3626875" cy="4563048"/>
          </a:xfrm>
          <a:custGeom>
            <a:avLst/>
            <a:gdLst>
              <a:gd name="connsiteX0" fmla="*/ 51465 w 3626875"/>
              <a:gd name="connsiteY0" fmla="*/ 0 h 4563048"/>
              <a:gd name="connsiteX1" fmla="*/ 3575410 w 3626875"/>
              <a:gd name="connsiteY1" fmla="*/ 0 h 4563048"/>
              <a:gd name="connsiteX2" fmla="*/ 3626875 w 3626875"/>
              <a:gd name="connsiteY2" fmla="*/ 51465 h 4563048"/>
              <a:gd name="connsiteX3" fmla="*/ 3626875 w 3626875"/>
              <a:gd name="connsiteY3" fmla="*/ 4511583 h 4563048"/>
              <a:gd name="connsiteX4" fmla="*/ 3575410 w 3626875"/>
              <a:gd name="connsiteY4" fmla="*/ 4563048 h 4563048"/>
              <a:gd name="connsiteX5" fmla="*/ 51465 w 3626875"/>
              <a:gd name="connsiteY5" fmla="*/ 4563048 h 4563048"/>
              <a:gd name="connsiteX6" fmla="*/ 0 w 3626875"/>
              <a:gd name="connsiteY6" fmla="*/ 4511583 h 4563048"/>
              <a:gd name="connsiteX7" fmla="*/ 0 w 3626875"/>
              <a:gd name="connsiteY7" fmla="*/ 51465 h 4563048"/>
              <a:gd name="connsiteX8" fmla="*/ 51465 w 3626875"/>
              <a:gd name="connsiteY8" fmla="*/ 0 h 4563048"/>
              <a:gd name="connsiteX9" fmla="*/ 273025 w 3626875"/>
              <a:gd name="connsiteY9" fmla="*/ 339208 h 4563048"/>
              <a:gd name="connsiteX10" fmla="*/ 273025 w 3626875"/>
              <a:gd name="connsiteY10" fmla="*/ 3588875 h 4563048"/>
              <a:gd name="connsiteX11" fmla="*/ 3353850 w 3626875"/>
              <a:gd name="connsiteY11" fmla="*/ 3588875 h 4563048"/>
              <a:gd name="connsiteX12" fmla="*/ 3353850 w 3626875"/>
              <a:gd name="connsiteY12" fmla="*/ 339208 h 4563048"/>
              <a:gd name="connsiteX13" fmla="*/ 273025 w 3626875"/>
              <a:gd name="connsiteY13" fmla="*/ 339208 h 456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6875" h="4563048">
                <a:moveTo>
                  <a:pt x="51465" y="0"/>
                </a:moveTo>
                <a:lnTo>
                  <a:pt x="3575410" y="0"/>
                </a:lnTo>
                <a:cubicBezTo>
                  <a:pt x="3603833" y="0"/>
                  <a:pt x="3626875" y="23042"/>
                  <a:pt x="3626875" y="51465"/>
                </a:cubicBezTo>
                <a:lnTo>
                  <a:pt x="3626875" y="4511583"/>
                </a:lnTo>
                <a:cubicBezTo>
                  <a:pt x="3626875" y="4540006"/>
                  <a:pt x="3603833" y="4563048"/>
                  <a:pt x="3575410" y="4563048"/>
                </a:cubicBezTo>
                <a:lnTo>
                  <a:pt x="51465" y="4563048"/>
                </a:lnTo>
                <a:cubicBezTo>
                  <a:pt x="23042" y="4563048"/>
                  <a:pt x="0" y="4540006"/>
                  <a:pt x="0" y="4511583"/>
                </a:cubicBezTo>
                <a:lnTo>
                  <a:pt x="0" y="51465"/>
                </a:lnTo>
                <a:cubicBezTo>
                  <a:pt x="0" y="23042"/>
                  <a:pt x="23042" y="0"/>
                  <a:pt x="51465" y="0"/>
                </a:cubicBezTo>
                <a:close/>
                <a:moveTo>
                  <a:pt x="273025" y="339208"/>
                </a:moveTo>
                <a:lnTo>
                  <a:pt x="273025" y="3588875"/>
                </a:lnTo>
                <a:lnTo>
                  <a:pt x="3353850" y="3588875"/>
                </a:lnTo>
                <a:lnTo>
                  <a:pt x="3353850" y="339208"/>
                </a:lnTo>
                <a:lnTo>
                  <a:pt x="273025" y="339208"/>
                </a:lnTo>
                <a:close/>
              </a:path>
            </a:pathLst>
          </a:custGeom>
          <a:solidFill>
            <a:schemeClr val="lt1">
              <a:lumMod val="100000"/>
            </a:schemeClr>
          </a:solidFill>
          <a:ln>
            <a:noFill/>
          </a:ln>
          <a:effectLst>
            <a:outerShdw blurRad="1524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标题 5"/>
          <p:cNvSpPr>
            <a:spLocks noGrp="1"/>
          </p:cNvSpPr>
          <p:nvPr>
            <p:ph type="title"/>
            <p:custDataLst>
              <p:tags r:id="rId2"/>
            </p:custDataLst>
          </p:nvPr>
        </p:nvSpPr>
        <p:spPr>
          <a:xfrm>
            <a:off x="1103312" y="1165300"/>
            <a:ext cx="5325479" cy="1223570"/>
          </a:xfrm>
        </p:spPr>
        <p:txBody>
          <a:bodyPr wrap="square" lIns="0" tIns="0" rIns="0" bIns="0" anchor="b" anchorCtr="0">
            <a:normAutofit/>
          </a:bodyPr>
          <a:lstStyle/>
          <a:p>
            <a:pPr algn="l"/>
            <a:r>
              <a:rPr lang="en-US" spc="0" dirty="0">
                <a:latin typeface="+mj-lt"/>
              </a:rPr>
              <a:t>Thành phần chính</a:t>
            </a:r>
            <a:endParaRPr lang="en-US" spc="0" dirty="0">
              <a:latin typeface="+mj-lt"/>
            </a:endParaRPr>
          </a:p>
        </p:txBody>
      </p:sp>
      <p:sp>
        <p:nvSpPr>
          <p:cNvPr id="7" name="任意多边形: 形状 6"/>
          <p:cNvSpPr/>
          <p:nvPr>
            <p:custDataLst>
              <p:tags r:id="rId3"/>
            </p:custDataLst>
          </p:nvPr>
        </p:nvSpPr>
        <p:spPr>
          <a:xfrm rot="157750">
            <a:off x="7469117" y="1359003"/>
            <a:ext cx="3626875" cy="4563048"/>
          </a:xfrm>
          <a:custGeom>
            <a:avLst/>
            <a:gdLst>
              <a:gd name="connsiteX0" fmla="*/ 51465 w 3626875"/>
              <a:gd name="connsiteY0" fmla="*/ 0 h 4563048"/>
              <a:gd name="connsiteX1" fmla="*/ 3575410 w 3626875"/>
              <a:gd name="connsiteY1" fmla="*/ 0 h 4563048"/>
              <a:gd name="connsiteX2" fmla="*/ 3626875 w 3626875"/>
              <a:gd name="connsiteY2" fmla="*/ 51465 h 4563048"/>
              <a:gd name="connsiteX3" fmla="*/ 3626875 w 3626875"/>
              <a:gd name="connsiteY3" fmla="*/ 4511583 h 4563048"/>
              <a:gd name="connsiteX4" fmla="*/ 3575410 w 3626875"/>
              <a:gd name="connsiteY4" fmla="*/ 4563048 h 4563048"/>
              <a:gd name="connsiteX5" fmla="*/ 51465 w 3626875"/>
              <a:gd name="connsiteY5" fmla="*/ 4563048 h 4563048"/>
              <a:gd name="connsiteX6" fmla="*/ 0 w 3626875"/>
              <a:gd name="connsiteY6" fmla="*/ 4511583 h 4563048"/>
              <a:gd name="connsiteX7" fmla="*/ 0 w 3626875"/>
              <a:gd name="connsiteY7" fmla="*/ 51465 h 4563048"/>
              <a:gd name="connsiteX8" fmla="*/ 51465 w 3626875"/>
              <a:gd name="connsiteY8" fmla="*/ 0 h 4563048"/>
              <a:gd name="connsiteX9" fmla="*/ 273025 w 3626875"/>
              <a:gd name="connsiteY9" fmla="*/ 339208 h 4563048"/>
              <a:gd name="connsiteX10" fmla="*/ 273025 w 3626875"/>
              <a:gd name="connsiteY10" fmla="*/ 3588875 h 4563048"/>
              <a:gd name="connsiteX11" fmla="*/ 3353850 w 3626875"/>
              <a:gd name="connsiteY11" fmla="*/ 3588875 h 4563048"/>
              <a:gd name="connsiteX12" fmla="*/ 3353850 w 3626875"/>
              <a:gd name="connsiteY12" fmla="*/ 339208 h 4563048"/>
              <a:gd name="connsiteX13" fmla="*/ 273025 w 3626875"/>
              <a:gd name="connsiteY13" fmla="*/ 339208 h 4563048"/>
              <a:gd name="connsiteX0-1" fmla="*/ 51465 w 3626875"/>
              <a:gd name="connsiteY0-2" fmla="*/ 0 h 4563048"/>
              <a:gd name="connsiteX1-3" fmla="*/ 3575410 w 3626875"/>
              <a:gd name="connsiteY1-4" fmla="*/ 0 h 4563048"/>
              <a:gd name="connsiteX2-5" fmla="*/ 3626875 w 3626875"/>
              <a:gd name="connsiteY2-6" fmla="*/ 51465 h 4563048"/>
              <a:gd name="connsiteX3-7" fmla="*/ 3626875 w 3626875"/>
              <a:gd name="connsiteY3-8" fmla="*/ 4511583 h 4563048"/>
              <a:gd name="connsiteX4-9" fmla="*/ 3575410 w 3626875"/>
              <a:gd name="connsiteY4-10" fmla="*/ 4563048 h 4563048"/>
              <a:gd name="connsiteX5-11" fmla="*/ 51465 w 3626875"/>
              <a:gd name="connsiteY5-12" fmla="*/ 4563048 h 4563048"/>
              <a:gd name="connsiteX6-13" fmla="*/ 0 w 3626875"/>
              <a:gd name="connsiteY6-14" fmla="*/ 4511583 h 4563048"/>
              <a:gd name="connsiteX7-15" fmla="*/ 0 w 3626875"/>
              <a:gd name="connsiteY7-16" fmla="*/ 51465 h 4563048"/>
              <a:gd name="connsiteX8-17" fmla="*/ 51465 w 3626875"/>
              <a:gd name="connsiteY8-18" fmla="*/ 0 h 4563048"/>
              <a:gd name="connsiteX9-19" fmla="*/ 273025 w 3626875"/>
              <a:gd name="connsiteY9-20" fmla="*/ 339208 h 4563048"/>
              <a:gd name="connsiteX10-21" fmla="*/ 273240 w 3626875"/>
              <a:gd name="connsiteY10-22" fmla="*/ 4053589 h 4563048"/>
              <a:gd name="connsiteX11-23" fmla="*/ 3353850 w 3626875"/>
              <a:gd name="connsiteY11-24" fmla="*/ 3588875 h 4563048"/>
              <a:gd name="connsiteX12-25" fmla="*/ 3353850 w 3626875"/>
              <a:gd name="connsiteY12-26" fmla="*/ 339208 h 4563048"/>
              <a:gd name="connsiteX13-27" fmla="*/ 273025 w 3626875"/>
              <a:gd name="connsiteY13-28" fmla="*/ 339208 h 4563048"/>
              <a:gd name="connsiteX0-29" fmla="*/ 51465 w 3626875"/>
              <a:gd name="connsiteY0-30" fmla="*/ 0 h 4563048"/>
              <a:gd name="connsiteX1-31" fmla="*/ 3575410 w 3626875"/>
              <a:gd name="connsiteY1-32" fmla="*/ 0 h 4563048"/>
              <a:gd name="connsiteX2-33" fmla="*/ 3626875 w 3626875"/>
              <a:gd name="connsiteY2-34" fmla="*/ 51465 h 4563048"/>
              <a:gd name="connsiteX3-35" fmla="*/ 3626875 w 3626875"/>
              <a:gd name="connsiteY3-36" fmla="*/ 4511583 h 4563048"/>
              <a:gd name="connsiteX4-37" fmla="*/ 3575410 w 3626875"/>
              <a:gd name="connsiteY4-38" fmla="*/ 4563048 h 4563048"/>
              <a:gd name="connsiteX5-39" fmla="*/ 51465 w 3626875"/>
              <a:gd name="connsiteY5-40" fmla="*/ 4563048 h 4563048"/>
              <a:gd name="connsiteX6-41" fmla="*/ 0 w 3626875"/>
              <a:gd name="connsiteY6-42" fmla="*/ 4511583 h 4563048"/>
              <a:gd name="connsiteX7-43" fmla="*/ 0 w 3626875"/>
              <a:gd name="connsiteY7-44" fmla="*/ 51465 h 4563048"/>
              <a:gd name="connsiteX8-45" fmla="*/ 51465 w 3626875"/>
              <a:gd name="connsiteY8-46" fmla="*/ 0 h 4563048"/>
              <a:gd name="connsiteX9-47" fmla="*/ 273025 w 3626875"/>
              <a:gd name="connsiteY9-48" fmla="*/ 339208 h 4563048"/>
              <a:gd name="connsiteX10-49" fmla="*/ 274782 w 3626875"/>
              <a:gd name="connsiteY10-50" fmla="*/ 3933816 h 4563048"/>
              <a:gd name="connsiteX11-51" fmla="*/ 3353850 w 3626875"/>
              <a:gd name="connsiteY11-52" fmla="*/ 3588875 h 4563048"/>
              <a:gd name="connsiteX12-53" fmla="*/ 3353850 w 3626875"/>
              <a:gd name="connsiteY12-54" fmla="*/ 339208 h 4563048"/>
              <a:gd name="connsiteX13-55" fmla="*/ 273025 w 3626875"/>
              <a:gd name="connsiteY13-56" fmla="*/ 339208 h 4563048"/>
              <a:gd name="connsiteX0-57" fmla="*/ 51465 w 3626875"/>
              <a:gd name="connsiteY0-58" fmla="*/ 0 h 4563048"/>
              <a:gd name="connsiteX1-59" fmla="*/ 3575410 w 3626875"/>
              <a:gd name="connsiteY1-60" fmla="*/ 0 h 4563048"/>
              <a:gd name="connsiteX2-61" fmla="*/ 3626875 w 3626875"/>
              <a:gd name="connsiteY2-62" fmla="*/ 51465 h 4563048"/>
              <a:gd name="connsiteX3-63" fmla="*/ 3626875 w 3626875"/>
              <a:gd name="connsiteY3-64" fmla="*/ 4511583 h 4563048"/>
              <a:gd name="connsiteX4-65" fmla="*/ 3575410 w 3626875"/>
              <a:gd name="connsiteY4-66" fmla="*/ 4563048 h 4563048"/>
              <a:gd name="connsiteX5-67" fmla="*/ 51465 w 3626875"/>
              <a:gd name="connsiteY5-68" fmla="*/ 4563048 h 4563048"/>
              <a:gd name="connsiteX6-69" fmla="*/ 0 w 3626875"/>
              <a:gd name="connsiteY6-70" fmla="*/ 4511583 h 4563048"/>
              <a:gd name="connsiteX7-71" fmla="*/ 0 w 3626875"/>
              <a:gd name="connsiteY7-72" fmla="*/ 51465 h 4563048"/>
              <a:gd name="connsiteX8-73" fmla="*/ 51465 w 3626875"/>
              <a:gd name="connsiteY8-74" fmla="*/ 0 h 4563048"/>
              <a:gd name="connsiteX9-75" fmla="*/ 273025 w 3626875"/>
              <a:gd name="connsiteY9-76" fmla="*/ 339208 h 4563048"/>
              <a:gd name="connsiteX10-77" fmla="*/ 274782 w 3626875"/>
              <a:gd name="connsiteY10-78" fmla="*/ 3933816 h 4563048"/>
              <a:gd name="connsiteX11-79" fmla="*/ 3356577 w 3626875"/>
              <a:gd name="connsiteY11-80" fmla="*/ 3954896 h 4563048"/>
              <a:gd name="connsiteX12-81" fmla="*/ 3353850 w 3626875"/>
              <a:gd name="connsiteY12-82" fmla="*/ 339208 h 4563048"/>
              <a:gd name="connsiteX13-83" fmla="*/ 273025 w 3626875"/>
              <a:gd name="connsiteY13-84" fmla="*/ 339208 h 4563048"/>
              <a:gd name="connsiteX0-85" fmla="*/ 51465 w 3626875"/>
              <a:gd name="connsiteY0-86" fmla="*/ 0 h 4563048"/>
              <a:gd name="connsiteX1-87" fmla="*/ 3575410 w 3626875"/>
              <a:gd name="connsiteY1-88" fmla="*/ 0 h 4563048"/>
              <a:gd name="connsiteX2-89" fmla="*/ 3626875 w 3626875"/>
              <a:gd name="connsiteY2-90" fmla="*/ 51465 h 4563048"/>
              <a:gd name="connsiteX3-91" fmla="*/ 3626875 w 3626875"/>
              <a:gd name="connsiteY3-92" fmla="*/ 4511583 h 4563048"/>
              <a:gd name="connsiteX4-93" fmla="*/ 3575410 w 3626875"/>
              <a:gd name="connsiteY4-94" fmla="*/ 4563048 h 4563048"/>
              <a:gd name="connsiteX5-95" fmla="*/ 51465 w 3626875"/>
              <a:gd name="connsiteY5-96" fmla="*/ 4563048 h 4563048"/>
              <a:gd name="connsiteX6-97" fmla="*/ 0 w 3626875"/>
              <a:gd name="connsiteY6-98" fmla="*/ 4511583 h 4563048"/>
              <a:gd name="connsiteX7-99" fmla="*/ 0 w 3626875"/>
              <a:gd name="connsiteY7-100" fmla="*/ 51465 h 4563048"/>
              <a:gd name="connsiteX8-101" fmla="*/ 51465 w 3626875"/>
              <a:gd name="connsiteY8-102" fmla="*/ 0 h 4563048"/>
              <a:gd name="connsiteX9-103" fmla="*/ 275535 w 3626875"/>
              <a:gd name="connsiteY9-104" fmla="*/ 240515 h 4563048"/>
              <a:gd name="connsiteX10-105" fmla="*/ 274782 w 3626875"/>
              <a:gd name="connsiteY10-106" fmla="*/ 3933816 h 4563048"/>
              <a:gd name="connsiteX11-107" fmla="*/ 3356577 w 3626875"/>
              <a:gd name="connsiteY11-108" fmla="*/ 3954896 h 4563048"/>
              <a:gd name="connsiteX12-109" fmla="*/ 3353850 w 3626875"/>
              <a:gd name="connsiteY12-110" fmla="*/ 339208 h 4563048"/>
              <a:gd name="connsiteX13-111" fmla="*/ 275535 w 3626875"/>
              <a:gd name="connsiteY13-112" fmla="*/ 240515 h 4563048"/>
              <a:gd name="connsiteX0-113" fmla="*/ 51465 w 3626875"/>
              <a:gd name="connsiteY0-114" fmla="*/ 0 h 4563048"/>
              <a:gd name="connsiteX1-115" fmla="*/ 3575410 w 3626875"/>
              <a:gd name="connsiteY1-116" fmla="*/ 0 h 4563048"/>
              <a:gd name="connsiteX2-117" fmla="*/ 3626875 w 3626875"/>
              <a:gd name="connsiteY2-118" fmla="*/ 51465 h 4563048"/>
              <a:gd name="connsiteX3-119" fmla="*/ 3626875 w 3626875"/>
              <a:gd name="connsiteY3-120" fmla="*/ 4511583 h 4563048"/>
              <a:gd name="connsiteX4-121" fmla="*/ 3575410 w 3626875"/>
              <a:gd name="connsiteY4-122" fmla="*/ 4563048 h 4563048"/>
              <a:gd name="connsiteX5-123" fmla="*/ 51465 w 3626875"/>
              <a:gd name="connsiteY5-124" fmla="*/ 4563048 h 4563048"/>
              <a:gd name="connsiteX6-125" fmla="*/ 0 w 3626875"/>
              <a:gd name="connsiteY6-126" fmla="*/ 4511583 h 4563048"/>
              <a:gd name="connsiteX7-127" fmla="*/ 0 w 3626875"/>
              <a:gd name="connsiteY7-128" fmla="*/ 51465 h 4563048"/>
              <a:gd name="connsiteX8-129" fmla="*/ 51465 w 3626875"/>
              <a:gd name="connsiteY8-130" fmla="*/ 0 h 4563048"/>
              <a:gd name="connsiteX9-131" fmla="*/ 275535 w 3626875"/>
              <a:gd name="connsiteY9-132" fmla="*/ 240515 h 4563048"/>
              <a:gd name="connsiteX10-133" fmla="*/ 274782 w 3626875"/>
              <a:gd name="connsiteY10-134" fmla="*/ 3933816 h 4563048"/>
              <a:gd name="connsiteX11-135" fmla="*/ 3356577 w 3626875"/>
              <a:gd name="connsiteY11-136" fmla="*/ 3954896 h 4563048"/>
              <a:gd name="connsiteX12-137" fmla="*/ 3349333 w 3626875"/>
              <a:gd name="connsiteY12-138" fmla="*/ 240838 h 4563048"/>
              <a:gd name="connsiteX13-139" fmla="*/ 275535 w 3626875"/>
              <a:gd name="connsiteY13-140" fmla="*/ 240515 h 4563048"/>
              <a:gd name="connsiteX0-141" fmla="*/ 51465 w 3626875"/>
              <a:gd name="connsiteY0-142" fmla="*/ 0 h 4563048"/>
              <a:gd name="connsiteX1-143" fmla="*/ 3575410 w 3626875"/>
              <a:gd name="connsiteY1-144" fmla="*/ 0 h 4563048"/>
              <a:gd name="connsiteX2-145" fmla="*/ 3626875 w 3626875"/>
              <a:gd name="connsiteY2-146" fmla="*/ 51465 h 4563048"/>
              <a:gd name="connsiteX3-147" fmla="*/ 3626875 w 3626875"/>
              <a:gd name="connsiteY3-148" fmla="*/ 4511583 h 4563048"/>
              <a:gd name="connsiteX4-149" fmla="*/ 3575410 w 3626875"/>
              <a:gd name="connsiteY4-150" fmla="*/ 4563048 h 4563048"/>
              <a:gd name="connsiteX5-151" fmla="*/ 51465 w 3626875"/>
              <a:gd name="connsiteY5-152" fmla="*/ 4563048 h 4563048"/>
              <a:gd name="connsiteX6-153" fmla="*/ 0 w 3626875"/>
              <a:gd name="connsiteY6-154" fmla="*/ 4511583 h 4563048"/>
              <a:gd name="connsiteX7-155" fmla="*/ 0 w 3626875"/>
              <a:gd name="connsiteY7-156" fmla="*/ 51465 h 4563048"/>
              <a:gd name="connsiteX8-157" fmla="*/ 51465 w 3626875"/>
              <a:gd name="connsiteY8-158" fmla="*/ 0 h 4563048"/>
              <a:gd name="connsiteX9-159" fmla="*/ 275535 w 3626875"/>
              <a:gd name="connsiteY9-160" fmla="*/ 240515 h 4563048"/>
              <a:gd name="connsiteX10-161" fmla="*/ 274782 w 3626875"/>
              <a:gd name="connsiteY10-162" fmla="*/ 3933816 h 4563048"/>
              <a:gd name="connsiteX11-163" fmla="*/ 3356577 w 3626875"/>
              <a:gd name="connsiteY11-164" fmla="*/ 3954896 h 4563048"/>
              <a:gd name="connsiteX12-165" fmla="*/ 3351269 w 3626875"/>
              <a:gd name="connsiteY12-166" fmla="*/ 282996 h 4563048"/>
              <a:gd name="connsiteX13-167" fmla="*/ 275535 w 3626875"/>
              <a:gd name="connsiteY13-168" fmla="*/ 240515 h 4563048"/>
              <a:gd name="connsiteX0-169" fmla="*/ 51465 w 3626875"/>
              <a:gd name="connsiteY0-170" fmla="*/ 0 h 4563048"/>
              <a:gd name="connsiteX1-171" fmla="*/ 3575410 w 3626875"/>
              <a:gd name="connsiteY1-172" fmla="*/ 0 h 4563048"/>
              <a:gd name="connsiteX2-173" fmla="*/ 3626875 w 3626875"/>
              <a:gd name="connsiteY2-174" fmla="*/ 51465 h 4563048"/>
              <a:gd name="connsiteX3-175" fmla="*/ 3626875 w 3626875"/>
              <a:gd name="connsiteY3-176" fmla="*/ 4511583 h 4563048"/>
              <a:gd name="connsiteX4-177" fmla="*/ 3575410 w 3626875"/>
              <a:gd name="connsiteY4-178" fmla="*/ 4563048 h 4563048"/>
              <a:gd name="connsiteX5-179" fmla="*/ 51465 w 3626875"/>
              <a:gd name="connsiteY5-180" fmla="*/ 4563048 h 4563048"/>
              <a:gd name="connsiteX6-181" fmla="*/ 0 w 3626875"/>
              <a:gd name="connsiteY6-182" fmla="*/ 4511583 h 4563048"/>
              <a:gd name="connsiteX7-183" fmla="*/ 0 w 3626875"/>
              <a:gd name="connsiteY7-184" fmla="*/ 51465 h 4563048"/>
              <a:gd name="connsiteX8-185" fmla="*/ 51465 w 3626875"/>
              <a:gd name="connsiteY8-186" fmla="*/ 0 h 4563048"/>
              <a:gd name="connsiteX9-187" fmla="*/ 275535 w 3626875"/>
              <a:gd name="connsiteY9-188" fmla="*/ 240515 h 4563048"/>
              <a:gd name="connsiteX10-189" fmla="*/ 279550 w 3626875"/>
              <a:gd name="connsiteY10-190" fmla="*/ 3884310 h 4563048"/>
              <a:gd name="connsiteX11-191" fmla="*/ 3356577 w 3626875"/>
              <a:gd name="connsiteY11-192" fmla="*/ 3954896 h 4563048"/>
              <a:gd name="connsiteX12-193" fmla="*/ 3351269 w 3626875"/>
              <a:gd name="connsiteY12-194" fmla="*/ 282996 h 4563048"/>
              <a:gd name="connsiteX13-195" fmla="*/ 275535 w 3626875"/>
              <a:gd name="connsiteY13-196" fmla="*/ 240515 h 4563048"/>
              <a:gd name="connsiteX0-197" fmla="*/ 51465 w 3626875"/>
              <a:gd name="connsiteY0-198" fmla="*/ 0 h 4563048"/>
              <a:gd name="connsiteX1-199" fmla="*/ 3575410 w 3626875"/>
              <a:gd name="connsiteY1-200" fmla="*/ 0 h 4563048"/>
              <a:gd name="connsiteX2-201" fmla="*/ 3626875 w 3626875"/>
              <a:gd name="connsiteY2-202" fmla="*/ 51465 h 4563048"/>
              <a:gd name="connsiteX3-203" fmla="*/ 3626875 w 3626875"/>
              <a:gd name="connsiteY3-204" fmla="*/ 4511583 h 4563048"/>
              <a:gd name="connsiteX4-205" fmla="*/ 3575410 w 3626875"/>
              <a:gd name="connsiteY4-206" fmla="*/ 4563048 h 4563048"/>
              <a:gd name="connsiteX5-207" fmla="*/ 51465 w 3626875"/>
              <a:gd name="connsiteY5-208" fmla="*/ 4563048 h 4563048"/>
              <a:gd name="connsiteX6-209" fmla="*/ 0 w 3626875"/>
              <a:gd name="connsiteY6-210" fmla="*/ 4511583 h 4563048"/>
              <a:gd name="connsiteX7-211" fmla="*/ 0 w 3626875"/>
              <a:gd name="connsiteY7-212" fmla="*/ 51465 h 4563048"/>
              <a:gd name="connsiteX8-213" fmla="*/ 51465 w 3626875"/>
              <a:gd name="connsiteY8-214" fmla="*/ 0 h 4563048"/>
              <a:gd name="connsiteX9-215" fmla="*/ 275535 w 3626875"/>
              <a:gd name="connsiteY9-216" fmla="*/ 240515 h 4563048"/>
              <a:gd name="connsiteX10-217" fmla="*/ 279550 w 3626875"/>
              <a:gd name="connsiteY10-218" fmla="*/ 3884310 h 4563048"/>
              <a:gd name="connsiteX11-219" fmla="*/ 3353996 w 3626875"/>
              <a:gd name="connsiteY11-220" fmla="*/ 3898684 h 4563048"/>
              <a:gd name="connsiteX12-221" fmla="*/ 3351269 w 3626875"/>
              <a:gd name="connsiteY12-222" fmla="*/ 282996 h 4563048"/>
              <a:gd name="connsiteX13-223" fmla="*/ 275535 w 3626875"/>
              <a:gd name="connsiteY13-224" fmla="*/ 240515 h 456304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3626875" h="4563048">
                <a:moveTo>
                  <a:pt x="51465" y="0"/>
                </a:moveTo>
                <a:lnTo>
                  <a:pt x="3575410" y="0"/>
                </a:lnTo>
                <a:cubicBezTo>
                  <a:pt x="3603833" y="0"/>
                  <a:pt x="3626875" y="23042"/>
                  <a:pt x="3626875" y="51465"/>
                </a:cubicBezTo>
                <a:lnTo>
                  <a:pt x="3626875" y="4511583"/>
                </a:lnTo>
                <a:cubicBezTo>
                  <a:pt x="3626875" y="4540006"/>
                  <a:pt x="3603833" y="4563048"/>
                  <a:pt x="3575410" y="4563048"/>
                </a:cubicBezTo>
                <a:lnTo>
                  <a:pt x="51465" y="4563048"/>
                </a:lnTo>
                <a:cubicBezTo>
                  <a:pt x="23042" y="4563048"/>
                  <a:pt x="0" y="4540006"/>
                  <a:pt x="0" y="4511583"/>
                </a:cubicBezTo>
                <a:lnTo>
                  <a:pt x="0" y="51465"/>
                </a:lnTo>
                <a:cubicBezTo>
                  <a:pt x="0" y="23042"/>
                  <a:pt x="23042" y="0"/>
                  <a:pt x="51465" y="0"/>
                </a:cubicBezTo>
                <a:close/>
                <a:moveTo>
                  <a:pt x="275535" y="240515"/>
                </a:moveTo>
                <a:cubicBezTo>
                  <a:pt x="275607" y="1478642"/>
                  <a:pt x="279478" y="2646183"/>
                  <a:pt x="279550" y="3884310"/>
                </a:cubicBezTo>
                <a:lnTo>
                  <a:pt x="3353996" y="3898684"/>
                </a:lnTo>
                <a:cubicBezTo>
                  <a:pt x="3351581" y="2660665"/>
                  <a:pt x="3353684" y="1521015"/>
                  <a:pt x="3351269" y="282996"/>
                </a:cubicBezTo>
                <a:lnTo>
                  <a:pt x="275535" y="240515"/>
                </a:lnTo>
                <a:close/>
              </a:path>
            </a:pathLst>
          </a:custGeom>
          <a:solidFill>
            <a:schemeClr val="lt1">
              <a:lumMod val="100000"/>
            </a:schemeClr>
          </a:solidFill>
          <a:ln>
            <a:noFill/>
          </a:ln>
          <a:effectLst>
            <a:outerShdw blurRad="152400" dist="38100" dir="2700000" algn="tl" rotWithShape="0">
              <a:prstClr val="black">
                <a:alpha val="2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2"/>
          <p:cNvSpPr/>
          <p:nvPr>
            <p:custDataLst>
              <p:tags r:id="rId4"/>
            </p:custDataLst>
          </p:nvPr>
        </p:nvSpPr>
        <p:spPr>
          <a:xfrm>
            <a:off x="1200331" y="3317064"/>
            <a:ext cx="5039000" cy="475329"/>
          </a:xfrm>
          <a:prstGeom prst="rect">
            <a:avLst/>
          </a:prstGeom>
          <a:noFill/>
        </p:spPr>
        <p:txBody>
          <a:bodyPr wrap="square" lIns="0" tIns="0" rIns="0" bIns="0" rtlCol="0" anchor="t" anchorCtr="0">
            <a:normAutofit/>
          </a:bodyPr>
          <a:p>
            <a:pPr>
              <a:lnSpc>
                <a:spcPct val="150000"/>
              </a:lnSpc>
              <a:spcBef>
                <a:spcPct val="0"/>
              </a:spcBef>
              <a:spcAft>
                <a:spcPct val="0"/>
              </a:spcAft>
            </a:pPr>
            <a:r>
              <a:rPr lang="en-US" sz="1400">
                <a:ln>
                  <a:noFill/>
                  <a:prstDash val="sysDot"/>
                </a:ln>
                <a:solidFill>
                  <a:schemeClr val="tx1">
                    <a:lumMod val="85000"/>
                    <a:lumOff val="15000"/>
                  </a:schemeClr>
                </a:solidFill>
                <a:latin typeface="+mn-lt"/>
              </a:rPr>
              <a:t>Trực quan hóa bằng sơ đồ ERD</a:t>
            </a:r>
            <a:endParaRPr lang="en-US" sz="1400">
              <a:ln>
                <a:noFill/>
                <a:prstDash val="sysDot"/>
              </a:ln>
              <a:solidFill>
                <a:schemeClr val="tx1">
                  <a:lumMod val="85000"/>
                  <a:lumOff val="15000"/>
                </a:schemeClr>
              </a:solidFill>
              <a:latin typeface="+mn-lt"/>
            </a:endParaRPr>
          </a:p>
        </p:txBody>
      </p:sp>
      <p:sp>
        <p:nvSpPr>
          <p:cNvPr id="2" name="矩形 1"/>
          <p:cNvSpPr/>
          <p:nvPr>
            <p:custDataLst>
              <p:tags r:id="rId5"/>
            </p:custDataLst>
          </p:nvPr>
        </p:nvSpPr>
        <p:spPr>
          <a:xfrm>
            <a:off x="1200331" y="2788920"/>
            <a:ext cx="5035818" cy="475329"/>
          </a:xfrm>
          <a:prstGeom prst="rect">
            <a:avLst/>
          </a:prstGeom>
          <a:noFill/>
        </p:spPr>
        <p:txBody>
          <a:bodyPr wrap="square" lIns="0" tIns="0" rIns="0" bIns="0" rtlCol="0" anchor="b">
            <a:normAutofit/>
          </a:bodyPr>
          <a:p>
            <a:pPr>
              <a:spcBef>
                <a:spcPct val="0"/>
              </a:spcBef>
              <a:spcAft>
                <a:spcPct val="0"/>
              </a:spcAft>
              <a:buClr>
                <a:schemeClr val="accent1"/>
              </a:buClr>
              <a:buSzPct val="70000"/>
            </a:pPr>
            <a:r>
              <a:rPr lang="en-US" sz="2000" b="1">
                <a:solidFill>
                  <a:schemeClr val="accent1"/>
                </a:solidFill>
                <a:latin typeface="+mj-lt"/>
              </a:rPr>
              <a:t>Sơ đồ dữ liệu</a:t>
            </a:r>
            <a:endParaRPr lang="en-US" sz="2000" b="1">
              <a:solidFill>
                <a:schemeClr val="accent1"/>
              </a:solidFill>
              <a:latin typeface="+mj-lt"/>
            </a:endParaRPr>
          </a:p>
        </p:txBody>
      </p:sp>
      <p:sp>
        <p:nvSpPr>
          <p:cNvPr id="4" name="矩形 3"/>
          <p:cNvSpPr/>
          <p:nvPr>
            <p:custDataLst>
              <p:tags r:id="rId6"/>
            </p:custDataLst>
          </p:nvPr>
        </p:nvSpPr>
        <p:spPr>
          <a:xfrm>
            <a:off x="1200331" y="4348535"/>
            <a:ext cx="5039000" cy="475329"/>
          </a:xfrm>
          <a:prstGeom prst="rect">
            <a:avLst/>
          </a:prstGeom>
          <a:noFill/>
        </p:spPr>
        <p:txBody>
          <a:bodyPr wrap="square" lIns="0" tIns="0" rIns="0" bIns="0" rtlCol="0" anchor="t" anchorCtr="0">
            <a:normAutofit/>
          </a:bodyPr>
          <a:p>
            <a:pPr>
              <a:lnSpc>
                <a:spcPct val="150000"/>
              </a:lnSpc>
              <a:spcBef>
                <a:spcPct val="0"/>
              </a:spcBef>
              <a:spcAft>
                <a:spcPct val="0"/>
              </a:spcAft>
            </a:pPr>
            <a:r>
              <a:rPr lang="en-US" sz="1400">
                <a:ln>
                  <a:noFill/>
                  <a:prstDash val="sysDot"/>
                </a:ln>
                <a:solidFill>
                  <a:schemeClr val="tx1">
                    <a:lumMod val="85000"/>
                    <a:lumOff val="15000"/>
                  </a:schemeClr>
                </a:solidFill>
                <a:latin typeface="+mn-lt"/>
              </a:rPr>
              <a:t>SSMS hoặc pgAdmin</a:t>
            </a:r>
            <a:endParaRPr lang="en-US" sz="1400">
              <a:ln>
                <a:noFill/>
                <a:prstDash val="sysDot"/>
              </a:ln>
              <a:solidFill>
                <a:schemeClr val="tx1">
                  <a:lumMod val="85000"/>
                  <a:lumOff val="15000"/>
                </a:schemeClr>
              </a:solidFill>
              <a:latin typeface="+mn-lt"/>
            </a:endParaRPr>
          </a:p>
        </p:txBody>
      </p:sp>
      <p:sp>
        <p:nvSpPr>
          <p:cNvPr id="5" name="矩形 4"/>
          <p:cNvSpPr/>
          <p:nvPr>
            <p:custDataLst>
              <p:tags r:id="rId7"/>
            </p:custDataLst>
          </p:nvPr>
        </p:nvSpPr>
        <p:spPr>
          <a:xfrm>
            <a:off x="1200331" y="3820391"/>
            <a:ext cx="5035818" cy="475329"/>
          </a:xfrm>
          <a:prstGeom prst="rect">
            <a:avLst/>
          </a:prstGeom>
          <a:noFill/>
        </p:spPr>
        <p:txBody>
          <a:bodyPr wrap="square" lIns="0" tIns="0" rIns="0" bIns="0" rtlCol="0" anchor="b">
            <a:normAutofit/>
          </a:bodyPr>
          <a:p>
            <a:pPr>
              <a:spcBef>
                <a:spcPct val="0"/>
              </a:spcBef>
              <a:spcAft>
                <a:spcPct val="0"/>
              </a:spcAft>
              <a:buClr>
                <a:schemeClr val="accent1"/>
              </a:buClr>
              <a:buSzPct val="70000"/>
            </a:pPr>
            <a:r>
              <a:rPr lang="en-US" sz="2000" b="1">
                <a:solidFill>
                  <a:schemeClr val="accent1"/>
                </a:solidFill>
                <a:latin typeface="+mj-lt"/>
              </a:rPr>
              <a:t>Hệ thống quản lí dữ liệu</a:t>
            </a:r>
            <a:endParaRPr lang="en-US" sz="2000" b="1">
              <a:solidFill>
                <a:schemeClr val="accent1"/>
              </a:solidFill>
              <a:latin typeface="+mj-lt"/>
            </a:endParaRPr>
          </a:p>
        </p:txBody>
      </p:sp>
      <p:sp>
        <p:nvSpPr>
          <p:cNvPr id="13" name="矩形 12"/>
          <p:cNvSpPr/>
          <p:nvPr>
            <p:custDataLst>
              <p:tags r:id="rId8"/>
            </p:custDataLst>
          </p:nvPr>
        </p:nvSpPr>
        <p:spPr>
          <a:xfrm>
            <a:off x="1200331" y="5380642"/>
            <a:ext cx="5039000" cy="475329"/>
          </a:xfrm>
          <a:prstGeom prst="rect">
            <a:avLst/>
          </a:prstGeom>
          <a:noFill/>
        </p:spPr>
        <p:txBody>
          <a:bodyPr wrap="square" lIns="0" tIns="0" rIns="0" bIns="0" rtlCol="0" anchor="t" anchorCtr="0">
            <a:normAutofit/>
          </a:bodyPr>
          <a:p>
            <a:pPr>
              <a:lnSpc>
                <a:spcPct val="150000"/>
              </a:lnSpc>
              <a:spcBef>
                <a:spcPct val="0"/>
              </a:spcBef>
              <a:spcAft>
                <a:spcPct val="0"/>
              </a:spcAft>
            </a:pPr>
            <a:r>
              <a:rPr lang="en-US" sz="1400">
                <a:ln>
                  <a:noFill/>
                  <a:prstDash val="sysDot"/>
                </a:ln>
                <a:solidFill>
                  <a:schemeClr val="tx1">
                    <a:lumMod val="85000"/>
                    <a:lumOff val="15000"/>
                  </a:schemeClr>
                </a:solidFill>
                <a:latin typeface="+mn-lt"/>
              </a:rPr>
              <a:t>Sử dụng SQL SERVER hoặc </a:t>
            </a:r>
            <a:r>
              <a:rPr lang="en-US" altLang="en-US" sz="1400">
                <a:ln>
                  <a:noFill/>
                  <a:prstDash val="sysDot"/>
                </a:ln>
                <a:solidFill>
                  <a:schemeClr val="tx1">
                    <a:lumMod val="85000"/>
                    <a:lumOff val="15000"/>
                  </a:schemeClr>
                </a:solidFill>
                <a:latin typeface="+mn-lt"/>
              </a:rPr>
              <a:t>Postgres, Supabase</a:t>
            </a:r>
            <a:endParaRPr lang="en-US" altLang="en-US" sz="1400">
              <a:ln>
                <a:noFill/>
                <a:prstDash val="sysDot"/>
              </a:ln>
              <a:solidFill>
                <a:schemeClr val="tx1">
                  <a:lumMod val="85000"/>
                  <a:lumOff val="15000"/>
                </a:schemeClr>
              </a:solidFill>
              <a:latin typeface="+mn-lt"/>
            </a:endParaRPr>
          </a:p>
        </p:txBody>
      </p:sp>
      <p:sp>
        <p:nvSpPr>
          <p:cNvPr id="14" name="矩形 13"/>
          <p:cNvSpPr/>
          <p:nvPr>
            <p:custDataLst>
              <p:tags r:id="rId9"/>
            </p:custDataLst>
          </p:nvPr>
        </p:nvSpPr>
        <p:spPr>
          <a:xfrm>
            <a:off x="1200331" y="4851862"/>
            <a:ext cx="5035818" cy="475329"/>
          </a:xfrm>
          <a:prstGeom prst="rect">
            <a:avLst/>
          </a:prstGeom>
          <a:noFill/>
        </p:spPr>
        <p:txBody>
          <a:bodyPr wrap="square" lIns="0" tIns="0" rIns="0" bIns="0" rtlCol="0" anchor="b">
            <a:normAutofit/>
          </a:bodyPr>
          <a:p>
            <a:pPr>
              <a:spcBef>
                <a:spcPct val="0"/>
              </a:spcBef>
              <a:spcAft>
                <a:spcPct val="0"/>
              </a:spcAft>
              <a:buClr>
                <a:schemeClr val="accent1"/>
              </a:buClr>
              <a:buSzPct val="70000"/>
            </a:pPr>
            <a:r>
              <a:rPr lang="en-US" sz="2000" b="1">
                <a:solidFill>
                  <a:schemeClr val="accent1"/>
                </a:solidFill>
                <a:latin typeface="+mj-lt"/>
              </a:rPr>
              <a:t>Ngôn ngữ truy vấn</a:t>
            </a:r>
            <a:endParaRPr lang="en-US" sz="2000" b="1">
              <a:solidFill>
                <a:schemeClr val="accent1"/>
              </a:solidFill>
              <a:latin typeface="+mj-lt"/>
            </a:endParaRPr>
          </a:p>
        </p:txBody>
      </p:sp>
    </p:spTree>
    <p:custDataLst>
      <p:tags r:id="rId10"/>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2"/>
            <p:custDataLst>
              <p:tags r:id="rId1"/>
            </p:custDataLst>
          </p:nvPr>
        </p:nvSpPr>
        <p:spPr/>
        <p:txBody>
          <a:bodyPr/>
          <a:lstStyle/>
          <a:p>
            <a:r>
              <a:rPr lang="en-US">
                <a:latin typeface="+mn-lt"/>
              </a:rPr>
              <a:t>02</a:t>
            </a:r>
            <a:endParaRPr lang="en-US">
              <a:latin typeface="+mn-lt"/>
            </a:endParaRPr>
          </a:p>
        </p:txBody>
      </p:sp>
      <p:sp>
        <p:nvSpPr>
          <p:cNvPr id="5" name="标题 4"/>
          <p:cNvSpPr>
            <a:spLocks noGrp="1"/>
          </p:cNvSpPr>
          <p:nvPr>
            <p:ph type="title" idx="1"/>
            <p:custDataLst>
              <p:tags r:id="rId2"/>
            </p:custDataLst>
          </p:nvPr>
        </p:nvSpPr>
        <p:spPr/>
        <p:txBody>
          <a:bodyPr/>
          <a:lstStyle/>
          <a:p>
            <a:r>
              <a:rPr>
                <a:sym typeface="+mn-ea"/>
              </a:rPr>
              <a:t>Thiết kế sơ đồ ERD</a:t>
            </a:r>
            <a:endParaRPr lang="en-US">
              <a:latin typeface="+mj-lt"/>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path_Rectangle 41759-886&amp;3462"/>
          <p:cNvSpPr/>
          <p:nvPr>
            <p:custDataLst>
              <p:tags r:id="rId1"/>
            </p:custDataLst>
          </p:nvPr>
        </p:nvSpPr>
        <p:spPr>
          <a:xfrm>
            <a:off x="180975" y="892175"/>
            <a:ext cx="11314430" cy="2546985"/>
          </a:xfrm>
          <a:prstGeom prst="roundRect">
            <a:avLst>
              <a:gd name="adj" fmla="val 8160"/>
            </a:avLst>
          </a:prstGeom>
          <a:solidFill>
            <a:schemeClr val="lt1"/>
          </a:solidFill>
          <a:effectLst>
            <a:outerShdw blurRad="508000" dist="76200" dir="5399999" algn="bl" rotWithShape="0">
              <a:schemeClr val="accent1">
                <a:alpha val="20000"/>
              </a:schemeClr>
            </a:outerShdw>
          </a:effectLst>
        </p:spPr>
        <p:txBody>
          <a:bodyPr/>
          <a:lstStyle/>
          <a:p>
            <a:endParaRPr lang="en-US">
              <a:latin typeface="Arial" panose="020B0604020202020204" pitchFamily="34" charset="0"/>
              <a:sym typeface="Arial" panose="020B0604020202020204" pitchFamily="34" charset="0"/>
            </a:endParaRPr>
          </a:p>
        </p:txBody>
      </p:sp>
      <p:sp>
        <p:nvSpPr>
          <p:cNvPr id="2" name="标题 1"/>
          <p:cNvSpPr>
            <a:spLocks noGrp="1"/>
          </p:cNvSpPr>
          <p:nvPr>
            <p:ph type="title"/>
            <p:custDataLst>
              <p:tags r:id="rId2"/>
            </p:custDataLst>
          </p:nvPr>
        </p:nvSpPr>
        <p:spPr>
          <a:xfrm>
            <a:off x="6948169" y="892174"/>
            <a:ext cx="4548505" cy="2536825"/>
          </a:xfrm>
        </p:spPr>
        <p:txBody>
          <a:bodyPr wrap="square" anchor="ctr">
            <a:normAutofit/>
          </a:bodyPr>
          <a:lstStyle/>
          <a:p>
            <a:pPr algn="ctr">
              <a:lnSpc>
                <a:spcPct val="130000"/>
              </a:lnSpc>
            </a:pPr>
            <a:r>
              <a:rPr lang="en-US" spc="0" dirty="0">
                <a:solidFill>
                  <a:schemeClr val="dk1">
                    <a:lumMod val="100000"/>
                  </a:schemeClr>
                </a:solidFill>
                <a:latin typeface="+mj-lt"/>
              </a:rPr>
              <a:t>Thiết kế sơ đồ ERD</a:t>
            </a:r>
            <a:endParaRPr lang="en-US" spc="0" dirty="0">
              <a:solidFill>
                <a:schemeClr val="dk1">
                  <a:lumMod val="100000"/>
                </a:schemeClr>
              </a:solidFill>
              <a:latin typeface="+mj-lt"/>
            </a:endParaRPr>
          </a:p>
        </p:txBody>
      </p:sp>
      <p:sp>
        <p:nvSpPr>
          <p:cNvPr id="3" name="椭圆 2"/>
          <p:cNvSpPr/>
          <p:nvPr>
            <p:custDataLst>
              <p:tags r:id="rId3"/>
            </p:custDataLst>
          </p:nvPr>
        </p:nvSpPr>
        <p:spPr>
          <a:xfrm>
            <a:off x="1887220" y="4234180"/>
            <a:ext cx="601980" cy="60198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b="1" dirty="0">
                <a:latin typeface="+mn-lt"/>
                <a:sym typeface="+mn-lt"/>
              </a:rPr>
              <a:t>01</a:t>
            </a:r>
            <a:endParaRPr lang="en-US" b="1" dirty="0">
              <a:latin typeface="+mn-ea"/>
              <a:sym typeface="+mn-ea"/>
            </a:endParaRPr>
          </a:p>
        </p:txBody>
      </p:sp>
      <p:sp>
        <p:nvSpPr>
          <p:cNvPr id="4" name="矩形 3"/>
          <p:cNvSpPr/>
          <p:nvPr>
            <p:custDataLst>
              <p:tags r:id="rId4"/>
            </p:custDataLst>
          </p:nvPr>
        </p:nvSpPr>
        <p:spPr>
          <a:xfrm>
            <a:off x="2619375" y="4805680"/>
            <a:ext cx="2382520" cy="1489075"/>
          </a:xfrm>
          <a:prstGeom prst="rect">
            <a:avLst/>
          </a:prstGeom>
          <a:noFill/>
        </p:spPr>
        <p:txBody>
          <a:bodyPr wrap="square" lIns="0" tIns="0" rIns="0" bIns="0" rtlCol="0" anchor="t" anchorCtr="0">
            <a:normAutofit lnSpcReduction="10000"/>
          </a:bodyPr>
          <a:p>
            <a:pPr algn="just">
              <a:lnSpc>
                <a:spcPct val="150000"/>
              </a:lnSpc>
              <a:spcBef>
                <a:spcPct val="0"/>
              </a:spcBef>
              <a:spcAft>
                <a:spcPct val="0"/>
              </a:spcAft>
            </a:pPr>
            <a:r>
              <a:rPr lang="en-US" sz="1400" dirty="0">
                <a:solidFill>
                  <a:schemeClr val="tx1">
                    <a:lumMod val="85000"/>
                    <a:lumOff val="15000"/>
                  </a:schemeClr>
                </a:solidFill>
                <a:latin typeface="+mn-lt"/>
                <a:sym typeface="+mn-ea"/>
              </a:rPr>
              <a:t>Định danh một người dùng = một thiết bị đo = một đồng hồ điện thì ta sẽ lấy người dùng là nhánh gốc</a:t>
            </a:r>
            <a:endParaRPr lang="en-US" sz="1400" dirty="0">
              <a:solidFill>
                <a:schemeClr val="tx1">
                  <a:lumMod val="85000"/>
                  <a:lumOff val="15000"/>
                </a:schemeClr>
              </a:solidFill>
              <a:latin typeface="+mn-lt"/>
              <a:sym typeface="+mn-ea"/>
            </a:endParaRPr>
          </a:p>
        </p:txBody>
      </p:sp>
      <p:sp>
        <p:nvSpPr>
          <p:cNvPr id="6" name="矩形 5"/>
          <p:cNvSpPr/>
          <p:nvPr>
            <p:custDataLst>
              <p:tags r:id="rId5"/>
            </p:custDataLst>
          </p:nvPr>
        </p:nvSpPr>
        <p:spPr>
          <a:xfrm>
            <a:off x="2620010" y="4297680"/>
            <a:ext cx="2382520" cy="412750"/>
          </a:xfrm>
          <a:prstGeom prst="rect">
            <a:avLst/>
          </a:prstGeom>
          <a:noFill/>
        </p:spPr>
        <p:txBody>
          <a:bodyPr wrap="square" lIns="0" tIns="0" rIns="0" bIns="0" rtlCol="0" anchor="b">
            <a:normAutofit/>
          </a:bodyPr>
          <a:p>
            <a:pPr>
              <a:spcBef>
                <a:spcPct val="0"/>
              </a:spcBef>
              <a:spcAft>
                <a:spcPct val="0"/>
              </a:spcAft>
            </a:pPr>
            <a:r>
              <a:rPr lang="en-US" sz="1600" dirty="0">
                <a:solidFill>
                  <a:schemeClr val="tx1">
                    <a:lumMod val="100000"/>
                  </a:schemeClr>
                </a:solidFill>
                <a:latin typeface="+mj-lt"/>
                <a:sym typeface="+mn-ea"/>
              </a:rPr>
              <a:t>Relationships</a:t>
            </a:r>
            <a:endParaRPr lang="en-US" sz="1600" dirty="0">
              <a:solidFill>
                <a:schemeClr val="tx1">
                  <a:lumMod val="100000"/>
                </a:schemeClr>
              </a:solidFill>
              <a:latin typeface="+mj-lt"/>
              <a:sym typeface="+mn-ea"/>
            </a:endParaRPr>
          </a:p>
        </p:txBody>
      </p:sp>
      <p:sp>
        <p:nvSpPr>
          <p:cNvPr id="7" name="椭圆 6"/>
          <p:cNvSpPr/>
          <p:nvPr>
            <p:custDataLst>
              <p:tags r:id="rId6"/>
            </p:custDataLst>
          </p:nvPr>
        </p:nvSpPr>
        <p:spPr>
          <a:xfrm>
            <a:off x="6986905" y="4234180"/>
            <a:ext cx="601980" cy="60198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b="1">
                <a:latin typeface="+mn-lt"/>
                <a:sym typeface="+mn-lt"/>
              </a:rPr>
              <a:t>02</a:t>
            </a:r>
            <a:endParaRPr lang="en-US" b="1" dirty="0">
              <a:latin typeface="+mn-ea"/>
              <a:sym typeface="+mn-ea"/>
            </a:endParaRPr>
          </a:p>
        </p:txBody>
      </p:sp>
      <p:sp>
        <p:nvSpPr>
          <p:cNvPr id="8" name="矩形 7"/>
          <p:cNvSpPr/>
          <p:nvPr>
            <p:custDataLst>
              <p:tags r:id="rId7"/>
            </p:custDataLst>
          </p:nvPr>
        </p:nvSpPr>
        <p:spPr>
          <a:xfrm>
            <a:off x="7719060" y="4805680"/>
            <a:ext cx="2382520" cy="1489710"/>
          </a:xfrm>
          <a:prstGeom prst="rect">
            <a:avLst/>
          </a:prstGeom>
          <a:noFill/>
        </p:spPr>
        <p:txBody>
          <a:bodyPr wrap="square" lIns="0" tIns="0" rIns="0" bIns="0" rtlCol="0" anchor="t" anchorCtr="0">
            <a:normAutofit lnSpcReduction="20000"/>
          </a:bodyPr>
          <a:p>
            <a:pPr>
              <a:lnSpc>
                <a:spcPct val="150000"/>
              </a:lnSpc>
              <a:spcBef>
                <a:spcPct val="0"/>
              </a:spcBef>
              <a:spcAft>
                <a:spcPct val="0"/>
              </a:spcAft>
            </a:pPr>
            <a:r>
              <a:rPr lang="en-US" sz="1400" dirty="0">
                <a:solidFill>
                  <a:schemeClr val="tx1">
                    <a:lumMod val="85000"/>
                    <a:lumOff val="15000"/>
                  </a:schemeClr>
                </a:solidFill>
                <a:latin typeface="+mn-lt"/>
                <a:sym typeface="+mn-ea"/>
              </a:rPr>
              <a:t>4 bảng chính</a:t>
            </a:r>
            <a:br>
              <a:rPr lang="en-US" sz="1400" dirty="0">
                <a:solidFill>
                  <a:schemeClr val="tx1">
                    <a:lumMod val="85000"/>
                    <a:lumOff val="15000"/>
                  </a:schemeClr>
                </a:solidFill>
                <a:latin typeface="+mn-lt"/>
                <a:sym typeface="+mn-ea"/>
              </a:rPr>
            </a:br>
            <a:r>
              <a:rPr lang="en-US" sz="1400" dirty="0">
                <a:solidFill>
                  <a:schemeClr val="tx1">
                    <a:lumMod val="85000"/>
                    <a:lumOff val="15000"/>
                  </a:schemeClr>
                </a:solidFill>
                <a:latin typeface="+mn-lt"/>
                <a:sym typeface="+mn-ea"/>
              </a:rPr>
              <a:t> + Account</a:t>
            </a:r>
            <a:br>
              <a:rPr lang="en-US" sz="1400" dirty="0">
                <a:solidFill>
                  <a:schemeClr val="tx1">
                    <a:lumMod val="85000"/>
                    <a:lumOff val="15000"/>
                  </a:schemeClr>
                </a:solidFill>
                <a:latin typeface="+mn-lt"/>
                <a:sym typeface="+mn-ea"/>
              </a:rPr>
            </a:br>
            <a:r>
              <a:rPr lang="en-US" sz="1400" dirty="0">
                <a:solidFill>
                  <a:schemeClr val="tx1">
                    <a:lumMod val="85000"/>
                    <a:lumOff val="15000"/>
                  </a:schemeClr>
                </a:solidFill>
                <a:latin typeface="+mn-lt"/>
                <a:sym typeface="+mn-ea"/>
              </a:rPr>
              <a:t> + User_Info</a:t>
            </a:r>
            <a:endParaRPr lang="en-US" sz="1400" dirty="0">
              <a:solidFill>
                <a:schemeClr val="tx1">
                  <a:lumMod val="85000"/>
                  <a:lumOff val="15000"/>
                </a:schemeClr>
              </a:solidFill>
              <a:latin typeface="+mn-lt"/>
              <a:sym typeface="+mn-ea"/>
            </a:endParaRPr>
          </a:p>
          <a:p>
            <a:pPr>
              <a:lnSpc>
                <a:spcPct val="150000"/>
              </a:lnSpc>
              <a:spcBef>
                <a:spcPct val="0"/>
              </a:spcBef>
              <a:spcAft>
                <a:spcPct val="0"/>
              </a:spcAft>
            </a:pPr>
            <a:r>
              <a:rPr lang="en-US" sz="1400" dirty="0">
                <a:solidFill>
                  <a:schemeClr val="tx1">
                    <a:lumMod val="85000"/>
                    <a:lumOff val="15000"/>
                  </a:schemeClr>
                </a:solidFill>
                <a:latin typeface="+mn-lt"/>
                <a:sym typeface="+mn-ea"/>
              </a:rPr>
              <a:t> + Device</a:t>
            </a:r>
            <a:endParaRPr lang="en-US" sz="1400" dirty="0">
              <a:solidFill>
                <a:schemeClr val="tx1">
                  <a:lumMod val="85000"/>
                  <a:lumOff val="15000"/>
                </a:schemeClr>
              </a:solidFill>
              <a:latin typeface="+mn-lt"/>
              <a:sym typeface="+mn-ea"/>
            </a:endParaRPr>
          </a:p>
          <a:p>
            <a:pPr>
              <a:lnSpc>
                <a:spcPct val="150000"/>
              </a:lnSpc>
              <a:spcBef>
                <a:spcPct val="0"/>
              </a:spcBef>
              <a:spcAft>
                <a:spcPct val="0"/>
              </a:spcAft>
            </a:pPr>
            <a:r>
              <a:rPr lang="en-US" sz="1400" dirty="0">
                <a:solidFill>
                  <a:schemeClr val="tx1">
                    <a:lumMod val="85000"/>
                    <a:lumOff val="15000"/>
                  </a:schemeClr>
                </a:solidFill>
                <a:latin typeface="+mn-lt"/>
                <a:sym typeface="+mn-ea"/>
              </a:rPr>
              <a:t> + Power_log</a:t>
            </a:r>
            <a:endParaRPr lang="en-US" sz="1400" dirty="0">
              <a:solidFill>
                <a:schemeClr val="tx1">
                  <a:lumMod val="85000"/>
                  <a:lumOff val="15000"/>
                </a:schemeClr>
              </a:solidFill>
              <a:latin typeface="+mn-lt"/>
              <a:sym typeface="+mn-ea"/>
            </a:endParaRPr>
          </a:p>
          <a:p>
            <a:pPr>
              <a:lnSpc>
                <a:spcPct val="150000"/>
              </a:lnSpc>
              <a:spcBef>
                <a:spcPct val="0"/>
              </a:spcBef>
              <a:spcAft>
                <a:spcPct val="0"/>
              </a:spcAft>
            </a:pPr>
            <a:endParaRPr lang="en-US" sz="1400" dirty="0">
              <a:solidFill>
                <a:schemeClr val="tx1">
                  <a:lumMod val="85000"/>
                  <a:lumOff val="15000"/>
                </a:schemeClr>
              </a:solidFill>
              <a:latin typeface="+mn-lt"/>
              <a:sym typeface="+mn-ea"/>
            </a:endParaRPr>
          </a:p>
        </p:txBody>
      </p:sp>
      <p:sp>
        <p:nvSpPr>
          <p:cNvPr id="9" name="矩形 8"/>
          <p:cNvSpPr/>
          <p:nvPr>
            <p:custDataLst>
              <p:tags r:id="rId8"/>
            </p:custDataLst>
          </p:nvPr>
        </p:nvSpPr>
        <p:spPr>
          <a:xfrm>
            <a:off x="7719695" y="4297680"/>
            <a:ext cx="2382520" cy="412750"/>
          </a:xfrm>
          <a:prstGeom prst="rect">
            <a:avLst/>
          </a:prstGeom>
          <a:noFill/>
        </p:spPr>
        <p:txBody>
          <a:bodyPr wrap="square" lIns="0" tIns="0" rIns="0" bIns="0" rtlCol="0" anchor="b">
            <a:normAutofit/>
          </a:bodyPr>
          <a:p>
            <a:pPr>
              <a:spcBef>
                <a:spcPct val="0"/>
              </a:spcBef>
              <a:spcAft>
                <a:spcPct val="0"/>
              </a:spcAft>
            </a:pPr>
            <a:r>
              <a:rPr lang="en-US" sz="1600" dirty="0">
                <a:solidFill>
                  <a:schemeClr val="tx1">
                    <a:lumMod val="100000"/>
                  </a:schemeClr>
                </a:solidFill>
                <a:latin typeface="+mj-lt"/>
                <a:sym typeface="+mn-ea"/>
              </a:rPr>
              <a:t>Table</a:t>
            </a:r>
            <a:endParaRPr lang="en-US" sz="1600" dirty="0">
              <a:solidFill>
                <a:schemeClr val="tx1">
                  <a:lumMod val="100000"/>
                </a:schemeClr>
              </a:solidFill>
              <a:latin typeface="+mj-lt"/>
              <a:sym typeface="+mn-ea"/>
            </a:endParaRPr>
          </a:p>
        </p:txBody>
      </p:sp>
    </p:spTree>
    <p:custDataLst>
      <p:tags r:id="rId9"/>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a:t>Sơ đồ ERD</a:t>
            </a:r>
            <a:endParaRPr lang="en-US"/>
          </a:p>
        </p:txBody>
      </p:sp>
      <p:pic>
        <p:nvPicPr>
          <p:cNvPr id="3" name="Picture 2"/>
          <p:cNvPicPr>
            <a:picLocks noChangeAspect="1"/>
          </p:cNvPicPr>
          <p:nvPr/>
        </p:nvPicPr>
        <p:blipFill>
          <a:blip r:embed="rId2"/>
          <a:stretch>
            <a:fillRect/>
          </a:stretch>
        </p:blipFill>
        <p:spPr>
          <a:xfrm>
            <a:off x="2519045" y="1449705"/>
            <a:ext cx="7153910" cy="5321300"/>
          </a:xfrm>
          <a:prstGeom prst="rect">
            <a:avLst/>
          </a:prstGeom>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695325" y="360000"/>
            <a:ext cx="6899793" cy="720000"/>
          </a:xfrm>
        </p:spPr>
        <p:txBody>
          <a:bodyPr wrap="square" lIns="0" tIns="0" rIns="0" bIns="0" anchor="ctr" anchorCtr="0">
            <a:normAutofit/>
          </a:bodyPr>
          <a:lstStyle/>
          <a:p>
            <a:r>
              <a:rPr lang="en-US" spc="0" dirty="0">
                <a:solidFill>
                  <a:schemeClr val="tx1"/>
                </a:solidFill>
                <a:latin typeface="+mj-lt"/>
              </a:rPr>
              <a:t>Tables and Relationships</a:t>
            </a:r>
            <a:endParaRPr lang="en-US" spc="0" dirty="0">
              <a:solidFill>
                <a:schemeClr val="tx1"/>
              </a:solidFill>
              <a:latin typeface="+mj-lt"/>
            </a:endParaRPr>
          </a:p>
        </p:txBody>
      </p:sp>
      <p:pic>
        <p:nvPicPr>
          <p:cNvPr id="2" name="图片 1"/>
          <p:cNvPicPr>
            <a:picLocks noChangeAspect="1"/>
          </p:cNvPicPr>
          <p:nvPr>
            <p:custDataLst>
              <p:tags r:id="rId2"/>
            </p:custDataLst>
          </p:nvPr>
        </p:nvPicPr>
        <p:blipFill rotWithShape="1">
          <a:blip r:embed="rId3"/>
          <a:srcRect l="1" t="2766" r="4541" b="9052"/>
          <a:stretch>
            <a:fillRect/>
          </a:stretch>
        </p:blipFill>
        <p:spPr>
          <a:xfrm>
            <a:off x="6718300" y="0"/>
            <a:ext cx="5473700" cy="6858000"/>
          </a:xfrm>
          <a:custGeom>
            <a:avLst/>
            <a:gdLst>
              <a:gd name="connsiteX0" fmla="*/ 1714500 w 5473700"/>
              <a:gd name="connsiteY0" fmla="*/ 0 h 6858000"/>
              <a:gd name="connsiteX1" fmla="*/ 5473700 w 5473700"/>
              <a:gd name="connsiteY1" fmla="*/ 0 h 6858000"/>
              <a:gd name="connsiteX2" fmla="*/ 5473700 w 5473700"/>
              <a:gd name="connsiteY2" fmla="*/ 6858000 h 6858000"/>
              <a:gd name="connsiteX3" fmla="*/ 0 w 54737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73700" h="6858000">
                <a:moveTo>
                  <a:pt x="1714500" y="0"/>
                </a:moveTo>
                <a:lnTo>
                  <a:pt x="5473700" y="0"/>
                </a:lnTo>
                <a:lnTo>
                  <a:pt x="5473700" y="6858000"/>
                </a:lnTo>
                <a:lnTo>
                  <a:pt x="0" y="6858000"/>
                </a:lnTo>
                <a:close/>
              </a:path>
            </a:pathLst>
          </a:custGeom>
          <a:ln w="9525" cap="flat" cmpd="sng" algn="ctr">
            <a:solidFill>
              <a:schemeClr val="dk1">
                <a:lumMod val="40000"/>
                <a:lumOff val="60000"/>
                <a:alpha val="50000"/>
              </a:schemeClr>
            </a:solidFill>
            <a:prstDash val="solid"/>
            <a:round/>
            <a:headEnd type="none" w="med" len="med"/>
            <a:tailEnd type="none" w="med" len="med"/>
          </a:ln>
        </p:spPr>
      </p:pic>
      <p:sp>
        <p:nvSpPr>
          <p:cNvPr id="6" name="矩形 5"/>
          <p:cNvSpPr/>
          <p:nvPr>
            <p:custDataLst>
              <p:tags r:id="rId4"/>
            </p:custDataLst>
          </p:nvPr>
        </p:nvSpPr>
        <p:spPr>
          <a:xfrm>
            <a:off x="1560830" y="1801495"/>
            <a:ext cx="4561205" cy="616585"/>
          </a:xfrm>
          <a:prstGeom prst="rect">
            <a:avLst/>
          </a:prstGeom>
          <a:noFill/>
        </p:spPr>
        <p:txBody>
          <a:bodyPr wrap="square" lIns="0" tIns="0" rIns="0" bIns="0" rtlCol="0" anchor="t" anchorCtr="0">
            <a:normAutofit/>
          </a:bodyPr>
          <a:p>
            <a:pPr marL="0" indent="0" algn="just">
              <a:lnSpc>
                <a:spcPct val="150000"/>
              </a:lnSpc>
              <a:spcBef>
                <a:spcPts val="0"/>
              </a:spcBef>
              <a:spcAft>
                <a:spcPts val="0"/>
              </a:spcAft>
              <a:buSzPct val="100000"/>
            </a:pPr>
            <a:r>
              <a:rPr lang="en-US" sz="1300" dirty="0">
                <a:solidFill>
                  <a:schemeClr val="tx1">
                    <a:lumMod val="85000"/>
                    <a:lumOff val="15000"/>
                  </a:schemeClr>
                </a:solidFill>
                <a:latin typeface="+mn-lt"/>
              </a:rPr>
              <a:t>User_ID là khóa chính, username không thể trùng lặp -&gt; phân biệt người dùng</a:t>
            </a:r>
            <a:endParaRPr lang="en-US" sz="1300" dirty="0">
              <a:solidFill>
                <a:schemeClr val="tx1">
                  <a:lumMod val="85000"/>
                  <a:lumOff val="15000"/>
                </a:schemeClr>
              </a:solidFill>
              <a:latin typeface="+mn-lt"/>
            </a:endParaRPr>
          </a:p>
        </p:txBody>
      </p:sp>
      <p:sp>
        <p:nvSpPr>
          <p:cNvPr id="14" name="矩形 13"/>
          <p:cNvSpPr/>
          <p:nvPr>
            <p:custDataLst>
              <p:tags r:id="rId5"/>
            </p:custDataLst>
          </p:nvPr>
        </p:nvSpPr>
        <p:spPr>
          <a:xfrm>
            <a:off x="1560607" y="1415878"/>
            <a:ext cx="4561559" cy="385574"/>
          </a:xfrm>
          <a:prstGeom prst="rect">
            <a:avLst/>
          </a:prstGeom>
          <a:noFill/>
        </p:spPr>
        <p:txBody>
          <a:bodyPr wrap="square" lIns="0" tIns="0" rIns="0" bIns="0" rtlCol="0" anchor="ctr" anchorCtr="0">
            <a:normAutofit/>
          </a:bodyPr>
          <a:p>
            <a:pPr marL="0" indent="0" algn="l">
              <a:lnSpc>
                <a:spcPct val="100000"/>
              </a:lnSpc>
              <a:spcBef>
                <a:spcPts val="0"/>
              </a:spcBef>
              <a:spcAft>
                <a:spcPts val="0"/>
              </a:spcAft>
              <a:buSzPct val="100000"/>
            </a:pPr>
            <a:r>
              <a:rPr lang="en-US" sz="2200" b="1" dirty="0">
                <a:solidFill>
                  <a:schemeClr val="accent1"/>
                </a:solidFill>
                <a:latin typeface="+mj-lt"/>
              </a:rPr>
              <a:t>Account</a:t>
            </a:r>
            <a:endParaRPr lang="en-US" sz="2200" b="1" dirty="0">
              <a:solidFill>
                <a:schemeClr val="accent1"/>
              </a:solidFill>
              <a:latin typeface="+mj-lt"/>
            </a:endParaRPr>
          </a:p>
        </p:txBody>
      </p:sp>
      <p:sp>
        <p:nvSpPr>
          <p:cNvPr id="15" name="矩形 14"/>
          <p:cNvSpPr/>
          <p:nvPr>
            <p:custDataLst>
              <p:tags r:id="rId6"/>
            </p:custDataLst>
          </p:nvPr>
        </p:nvSpPr>
        <p:spPr>
          <a:xfrm>
            <a:off x="619056" y="1485443"/>
            <a:ext cx="632015" cy="632015"/>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sz="2000" b="1" dirty="0">
                <a:solidFill>
                  <a:schemeClr val="accent1"/>
                </a:solidFill>
                <a:latin typeface="+mn-lt"/>
              </a:rPr>
              <a:t>01</a:t>
            </a:r>
            <a:endParaRPr lang="en-US" sz="2000" b="1" dirty="0">
              <a:solidFill>
                <a:schemeClr val="accent1"/>
              </a:solidFill>
              <a:latin typeface="+mn-ea"/>
            </a:endParaRPr>
          </a:p>
        </p:txBody>
      </p:sp>
      <p:sp>
        <p:nvSpPr>
          <p:cNvPr id="16" name="矩形 15"/>
          <p:cNvSpPr/>
          <p:nvPr>
            <p:custDataLst>
              <p:tags r:id="rId7"/>
            </p:custDataLst>
          </p:nvPr>
        </p:nvSpPr>
        <p:spPr>
          <a:xfrm>
            <a:off x="1560195" y="2945130"/>
            <a:ext cx="4561205" cy="989965"/>
          </a:xfrm>
          <a:prstGeom prst="rect">
            <a:avLst/>
          </a:prstGeom>
          <a:noFill/>
        </p:spPr>
        <p:txBody>
          <a:bodyPr wrap="square" lIns="0" tIns="0" rIns="0" bIns="0" rtlCol="0" anchor="t" anchorCtr="0">
            <a:noAutofit/>
          </a:bodyPr>
          <a:p>
            <a:pPr marL="0" indent="0" algn="just">
              <a:lnSpc>
                <a:spcPct val="150000"/>
              </a:lnSpc>
              <a:spcBef>
                <a:spcPts val="0"/>
              </a:spcBef>
              <a:spcAft>
                <a:spcPts val="0"/>
              </a:spcAft>
              <a:buSzPct val="100000"/>
            </a:pPr>
            <a:r>
              <a:rPr lang="en-US" sz="1300" dirty="0">
                <a:solidFill>
                  <a:schemeClr val="tx1">
                    <a:lumMod val="85000"/>
                    <a:lumOff val="15000"/>
                  </a:schemeClr>
                </a:solidFill>
                <a:latin typeface="+mn-lt"/>
              </a:rPr>
              <a:t>Thông các thông tin của người sử dụng dịch vụ: Họ tên, số điện thoại,  email, địa chỉ nhà và được gắn liền với User_ID -&gt; mỗi người dùng chỉ có một thông tin duy nhất</a:t>
            </a:r>
            <a:endParaRPr lang="en-US" sz="1300" dirty="0">
              <a:solidFill>
                <a:schemeClr val="tx1">
                  <a:lumMod val="85000"/>
                  <a:lumOff val="15000"/>
                </a:schemeClr>
              </a:solidFill>
              <a:latin typeface="+mn-lt"/>
            </a:endParaRPr>
          </a:p>
        </p:txBody>
      </p:sp>
      <p:sp>
        <p:nvSpPr>
          <p:cNvPr id="17" name="矩形 16"/>
          <p:cNvSpPr/>
          <p:nvPr>
            <p:custDataLst>
              <p:tags r:id="rId8"/>
            </p:custDataLst>
          </p:nvPr>
        </p:nvSpPr>
        <p:spPr>
          <a:xfrm>
            <a:off x="1559963" y="2547603"/>
            <a:ext cx="4561559" cy="385574"/>
          </a:xfrm>
          <a:prstGeom prst="rect">
            <a:avLst/>
          </a:prstGeom>
          <a:noFill/>
        </p:spPr>
        <p:txBody>
          <a:bodyPr wrap="square" lIns="0" tIns="0" rIns="0" bIns="0" rtlCol="0" anchor="ctr" anchorCtr="0">
            <a:normAutofit/>
          </a:bodyPr>
          <a:p>
            <a:pPr marL="0" indent="0" algn="l">
              <a:lnSpc>
                <a:spcPct val="100000"/>
              </a:lnSpc>
              <a:spcBef>
                <a:spcPts val="0"/>
              </a:spcBef>
              <a:spcAft>
                <a:spcPts val="0"/>
              </a:spcAft>
              <a:buSzPct val="100000"/>
            </a:pPr>
            <a:r>
              <a:rPr lang="en-US" sz="2200" b="1" dirty="0">
                <a:solidFill>
                  <a:schemeClr val="accent1"/>
                </a:solidFill>
                <a:latin typeface="+mj-lt"/>
              </a:rPr>
              <a:t>User_Info </a:t>
            </a:r>
            <a:endParaRPr lang="en-US" sz="2200" b="1" dirty="0">
              <a:solidFill>
                <a:schemeClr val="accent1"/>
              </a:solidFill>
              <a:latin typeface="+mj-lt"/>
            </a:endParaRPr>
          </a:p>
        </p:txBody>
      </p:sp>
      <p:sp>
        <p:nvSpPr>
          <p:cNvPr id="18" name="矩形 17"/>
          <p:cNvSpPr/>
          <p:nvPr>
            <p:custDataLst>
              <p:tags r:id="rId9"/>
            </p:custDataLst>
          </p:nvPr>
        </p:nvSpPr>
        <p:spPr>
          <a:xfrm>
            <a:off x="618412" y="2597186"/>
            <a:ext cx="632015" cy="632015"/>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sz="2000" b="1">
                <a:solidFill>
                  <a:schemeClr val="accent1"/>
                </a:solidFill>
                <a:latin typeface="+mn-lt"/>
              </a:rPr>
              <a:t>02</a:t>
            </a:r>
            <a:endParaRPr lang="en-US" sz="2000" b="1">
              <a:solidFill>
                <a:schemeClr val="accent1"/>
              </a:solidFill>
              <a:latin typeface="+mn-ea"/>
            </a:endParaRPr>
          </a:p>
        </p:txBody>
      </p:sp>
      <p:sp>
        <p:nvSpPr>
          <p:cNvPr id="19" name="矩形 18"/>
          <p:cNvSpPr/>
          <p:nvPr>
            <p:custDataLst>
              <p:tags r:id="rId10"/>
            </p:custDataLst>
          </p:nvPr>
        </p:nvSpPr>
        <p:spPr>
          <a:xfrm>
            <a:off x="1562100" y="4372610"/>
            <a:ext cx="4561205" cy="872490"/>
          </a:xfrm>
          <a:prstGeom prst="rect">
            <a:avLst/>
          </a:prstGeom>
          <a:noFill/>
        </p:spPr>
        <p:txBody>
          <a:bodyPr wrap="square" lIns="0" tIns="0" rIns="0" bIns="0" rtlCol="0" anchor="t" anchorCtr="0">
            <a:noAutofit/>
          </a:bodyPr>
          <a:p>
            <a:pPr marL="0" indent="0" algn="just">
              <a:lnSpc>
                <a:spcPct val="150000"/>
              </a:lnSpc>
              <a:spcBef>
                <a:spcPts val="0"/>
              </a:spcBef>
              <a:spcAft>
                <a:spcPts val="0"/>
              </a:spcAft>
              <a:buSzPct val="100000"/>
            </a:pPr>
            <a:r>
              <a:rPr lang="en-US" sz="1300" dirty="0">
                <a:solidFill>
                  <a:schemeClr val="tx1">
                    <a:lumMod val="85000"/>
                    <a:lumOff val="15000"/>
                  </a:schemeClr>
                </a:solidFill>
                <a:latin typeface="+mn-lt"/>
              </a:rPr>
              <a:t>Gắn liền với User_ID để có thể định danh được người sử dụng và có thêm 1 thanh trạng thái cho biết tình trang thiết bị</a:t>
            </a:r>
            <a:endParaRPr lang="en-US" sz="1300" dirty="0">
              <a:solidFill>
                <a:schemeClr val="tx1">
                  <a:lumMod val="85000"/>
                  <a:lumOff val="15000"/>
                </a:schemeClr>
              </a:solidFill>
              <a:latin typeface="+mn-lt"/>
            </a:endParaRPr>
          </a:p>
        </p:txBody>
      </p:sp>
      <p:sp>
        <p:nvSpPr>
          <p:cNvPr id="20" name="矩形 19"/>
          <p:cNvSpPr/>
          <p:nvPr>
            <p:custDataLst>
              <p:tags r:id="rId11"/>
            </p:custDataLst>
          </p:nvPr>
        </p:nvSpPr>
        <p:spPr>
          <a:xfrm>
            <a:off x="1561735" y="3985248"/>
            <a:ext cx="4561559" cy="385574"/>
          </a:xfrm>
          <a:prstGeom prst="rect">
            <a:avLst/>
          </a:prstGeom>
          <a:noFill/>
        </p:spPr>
        <p:txBody>
          <a:bodyPr wrap="square" lIns="0" tIns="0" rIns="0" bIns="0" rtlCol="0" anchor="ctr" anchorCtr="0">
            <a:normAutofit/>
          </a:bodyPr>
          <a:p>
            <a:pPr marL="0" indent="0" algn="l">
              <a:lnSpc>
                <a:spcPct val="100000"/>
              </a:lnSpc>
              <a:spcBef>
                <a:spcPts val="0"/>
              </a:spcBef>
              <a:spcAft>
                <a:spcPts val="0"/>
              </a:spcAft>
              <a:buSzPct val="100000"/>
            </a:pPr>
            <a:r>
              <a:rPr lang="en-US" sz="2200" b="1" dirty="0">
                <a:solidFill>
                  <a:schemeClr val="accent1"/>
                </a:solidFill>
                <a:latin typeface="+mj-lt"/>
              </a:rPr>
              <a:t>Device</a:t>
            </a:r>
            <a:endParaRPr lang="en-US" sz="2200" b="1" dirty="0">
              <a:solidFill>
                <a:schemeClr val="accent1"/>
              </a:solidFill>
              <a:latin typeface="+mj-lt"/>
            </a:endParaRPr>
          </a:p>
        </p:txBody>
      </p:sp>
      <p:sp>
        <p:nvSpPr>
          <p:cNvPr id="23" name="矩形 22"/>
          <p:cNvSpPr/>
          <p:nvPr>
            <p:custDataLst>
              <p:tags r:id="rId12"/>
            </p:custDataLst>
          </p:nvPr>
        </p:nvSpPr>
        <p:spPr>
          <a:xfrm>
            <a:off x="620184" y="4033373"/>
            <a:ext cx="632015" cy="632015"/>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sz="2000" b="1">
                <a:solidFill>
                  <a:schemeClr val="accent1"/>
                </a:solidFill>
                <a:latin typeface="+mn-lt"/>
              </a:rPr>
              <a:t>03</a:t>
            </a:r>
            <a:endParaRPr lang="en-US" sz="2000" b="1">
              <a:solidFill>
                <a:schemeClr val="accent1"/>
              </a:solidFill>
              <a:latin typeface="+mn-ea"/>
            </a:endParaRPr>
          </a:p>
        </p:txBody>
      </p:sp>
      <p:sp>
        <p:nvSpPr>
          <p:cNvPr id="24" name="矩形 23"/>
          <p:cNvSpPr/>
          <p:nvPr>
            <p:custDataLst>
              <p:tags r:id="rId13"/>
            </p:custDataLst>
          </p:nvPr>
        </p:nvSpPr>
        <p:spPr>
          <a:xfrm>
            <a:off x="1562129" y="5744171"/>
            <a:ext cx="4561314" cy="692703"/>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en-US" sz="1400" dirty="0">
                <a:solidFill>
                  <a:schemeClr val="tx1">
                    <a:lumMod val="85000"/>
                    <a:lumOff val="15000"/>
                  </a:schemeClr>
                </a:solidFill>
                <a:latin typeface="+mn-lt"/>
              </a:rPr>
              <a:t>Ghi nhận thông tin tín hiệu (V, A, W) từ thiết bị đo, đánh dấu bằng cách đặt tên các thiết bị giúp dễ dàng quản lí</a:t>
            </a:r>
            <a:endParaRPr lang="en-US" sz="1400" dirty="0">
              <a:solidFill>
                <a:schemeClr val="tx1">
                  <a:lumMod val="85000"/>
                  <a:lumOff val="15000"/>
                </a:schemeClr>
              </a:solidFill>
              <a:latin typeface="+mn-lt"/>
            </a:endParaRPr>
          </a:p>
        </p:txBody>
      </p:sp>
      <p:sp>
        <p:nvSpPr>
          <p:cNvPr id="25" name="矩形 24"/>
          <p:cNvSpPr/>
          <p:nvPr>
            <p:custDataLst>
              <p:tags r:id="rId14"/>
            </p:custDataLst>
          </p:nvPr>
        </p:nvSpPr>
        <p:spPr>
          <a:xfrm>
            <a:off x="1561994" y="5342055"/>
            <a:ext cx="4561558" cy="385574"/>
          </a:xfrm>
          <a:prstGeom prst="rect">
            <a:avLst/>
          </a:prstGeom>
          <a:noFill/>
        </p:spPr>
        <p:txBody>
          <a:bodyPr wrap="square" lIns="0" tIns="0" rIns="0" bIns="0" rtlCol="0" anchor="ctr" anchorCtr="0">
            <a:normAutofit/>
          </a:bodyPr>
          <a:p>
            <a:pPr>
              <a:spcBef>
                <a:spcPct val="0"/>
              </a:spcBef>
              <a:spcAft>
                <a:spcPct val="0"/>
              </a:spcAft>
            </a:pPr>
            <a:r>
              <a:rPr lang="en-US" altLang="en-US" sz="2200" b="1" dirty="0">
                <a:solidFill>
                  <a:schemeClr val="accent1"/>
                </a:solidFill>
                <a:latin typeface="+mj-lt"/>
              </a:rPr>
              <a:t>Power_Log</a:t>
            </a:r>
            <a:endParaRPr lang="en-US" altLang="en-US" sz="2200" b="1" dirty="0">
              <a:solidFill>
                <a:schemeClr val="accent1"/>
              </a:solidFill>
              <a:latin typeface="+mj-lt"/>
            </a:endParaRPr>
          </a:p>
        </p:txBody>
      </p:sp>
      <p:sp>
        <p:nvSpPr>
          <p:cNvPr id="26" name="矩形 25"/>
          <p:cNvSpPr/>
          <p:nvPr>
            <p:custDataLst>
              <p:tags r:id="rId15"/>
            </p:custDataLst>
          </p:nvPr>
        </p:nvSpPr>
        <p:spPr>
          <a:xfrm>
            <a:off x="620443" y="5377489"/>
            <a:ext cx="632015" cy="632015"/>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sz="2000" b="1">
                <a:solidFill>
                  <a:schemeClr val="accent1"/>
                </a:solidFill>
                <a:latin typeface="+mn-lt"/>
              </a:rPr>
              <a:t>04</a:t>
            </a:r>
            <a:endParaRPr lang="en-US" sz="2000" b="1">
              <a:solidFill>
                <a:schemeClr val="accent1"/>
              </a:solidFill>
              <a:latin typeface="+mn-ea"/>
            </a:endParaRPr>
          </a:p>
        </p:txBody>
      </p:sp>
    </p:spTree>
    <p:custDataLst>
      <p:tags r:id="rId16"/>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2"/>
            <p:custDataLst>
              <p:tags r:id="rId1"/>
            </p:custDataLst>
          </p:nvPr>
        </p:nvSpPr>
        <p:spPr/>
        <p:txBody>
          <a:bodyPr/>
          <a:lstStyle/>
          <a:p>
            <a:r>
              <a:rPr lang="en-US">
                <a:latin typeface="+mn-lt"/>
              </a:rPr>
              <a:t>03</a:t>
            </a:r>
            <a:endParaRPr lang="en-US">
              <a:latin typeface="+mn-lt"/>
            </a:endParaRPr>
          </a:p>
        </p:txBody>
      </p:sp>
      <p:sp>
        <p:nvSpPr>
          <p:cNvPr id="5" name="标题 4"/>
          <p:cNvSpPr>
            <a:spLocks noGrp="1"/>
          </p:cNvSpPr>
          <p:nvPr>
            <p:ph type="title" idx="1"/>
            <p:custDataLst>
              <p:tags r:id="rId2"/>
            </p:custDataLst>
          </p:nvPr>
        </p:nvSpPr>
        <p:spPr/>
        <p:txBody>
          <a:bodyPr/>
          <a:lstStyle/>
          <a:p>
            <a:r>
              <a:rPr lang="en-US">
                <a:latin typeface="+mj-lt"/>
              </a:rPr>
              <a:t>Quản lí - Bảo trì và Nâng cấp sản phẩm</a:t>
            </a:r>
            <a:endParaRPr lang="en-US">
              <a:latin typeface="+mj-lt"/>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wrap="square">
            <a:normAutofit/>
          </a:bodyPr>
          <a:lstStyle/>
          <a:p>
            <a:r>
              <a:rPr lang="en-US" spc="0">
                <a:latin typeface="+mj-lt"/>
              </a:rPr>
              <a:t>Quản lí - Bảo trì</a:t>
            </a:r>
            <a:endParaRPr lang="en-US" spc="0">
              <a:latin typeface="+mj-lt"/>
            </a:endParaRPr>
          </a:p>
        </p:txBody>
      </p:sp>
      <p:pic>
        <p:nvPicPr>
          <p:cNvPr id="2" name="图片 1"/>
          <p:cNvPicPr>
            <a:picLocks noChangeAspect="1"/>
          </p:cNvPicPr>
          <p:nvPr>
            <p:custDataLst>
              <p:tags r:id="rId2"/>
            </p:custDataLst>
          </p:nvPr>
        </p:nvPicPr>
        <p:blipFill rotWithShape="1">
          <a:blip r:embed="rId3" cstate="print">
            <a:extLst>
              <a:ext uri="{28A0092B-C50C-407E-A947-70E740481C1C}">
                <a14:useLocalDpi xmlns:a14="http://schemas.microsoft.com/office/drawing/2010/main" val="0"/>
              </a:ext>
            </a:extLst>
          </a:blip>
          <a:srcRect b="12456"/>
          <a:stretch>
            <a:fillRect/>
          </a:stretch>
        </p:blipFill>
        <p:spPr>
          <a:xfrm>
            <a:off x="8123400" y="1359936"/>
            <a:ext cx="3373826" cy="1970014"/>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pic>
        <p:nvPicPr>
          <p:cNvPr id="3" name="图片 2"/>
          <p:cNvPicPr>
            <a:picLocks noChangeAspect="1"/>
          </p:cNvPicPr>
          <p:nvPr>
            <p:custDataLst>
              <p:tags r:id="rId4"/>
            </p:custDataLst>
          </p:nvPr>
        </p:nvPicPr>
        <p:blipFill>
          <a:blip r:embed="rId5" cstate="print">
            <a:extLst>
              <a:ext uri="{28A0092B-C50C-407E-A947-70E740481C1C}">
                <a14:useLocalDpi xmlns:a14="http://schemas.microsoft.com/office/drawing/2010/main" val="0"/>
              </a:ext>
            </a:extLst>
          </a:blip>
          <a:srcRect l="3422" r="3422"/>
          <a:stretch>
            <a:fillRect/>
          </a:stretch>
        </p:blipFill>
        <p:spPr>
          <a:xfrm>
            <a:off x="693958" y="1359936"/>
            <a:ext cx="3373826" cy="1970014"/>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cxnSp>
        <p:nvCxnSpPr>
          <p:cNvPr id="4" name="直接连接符 3"/>
          <p:cNvCxnSpPr/>
          <p:nvPr>
            <p:custDataLst>
              <p:tags r:id="rId6"/>
            </p:custDataLst>
          </p:nvPr>
        </p:nvCxnSpPr>
        <p:spPr>
          <a:xfrm flipV="1">
            <a:off x="713648" y="3490256"/>
            <a:ext cx="0" cy="2722980"/>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5" name="矩形 4"/>
          <p:cNvSpPr/>
          <p:nvPr>
            <p:custDataLst>
              <p:tags r:id="rId7"/>
            </p:custDataLst>
          </p:nvPr>
        </p:nvSpPr>
        <p:spPr>
          <a:xfrm>
            <a:off x="954373" y="4381382"/>
            <a:ext cx="3113667" cy="1817070"/>
          </a:xfrm>
          <a:prstGeom prst="rect">
            <a:avLst/>
          </a:prstGeom>
          <a:noFill/>
        </p:spPr>
        <p:txBody>
          <a:bodyPr wrap="square" lIns="0" tIns="0" rIns="0" bIns="0" rtlCol="0" anchor="t" anchorCtr="0">
            <a:normAutofit/>
          </a:bodyPr>
          <a:p>
            <a:pPr>
              <a:lnSpc>
                <a:spcPct val="150000"/>
              </a:lnSpc>
              <a:spcBef>
                <a:spcPct val="0"/>
              </a:spcBef>
              <a:spcAft>
                <a:spcPct val="0"/>
              </a:spcAft>
            </a:pPr>
            <a:r>
              <a:rPr lang="en-US" sz="1600" kern="0" dirty="0">
                <a:ln>
                  <a:noFill/>
                  <a:prstDash val="sysDot"/>
                </a:ln>
                <a:solidFill>
                  <a:schemeClr val="tx1">
                    <a:lumMod val="85000"/>
                    <a:lumOff val="15000"/>
                  </a:schemeClr>
                </a:solidFill>
                <a:latin typeface="+mn-lt"/>
                <a:sym typeface="+mn-ea"/>
              </a:rPr>
              <a:t>Thường xuyên theo dõi dữ liệu</a:t>
            </a:r>
            <a:endParaRPr lang="en-US" sz="1600" kern="0" dirty="0">
              <a:ln>
                <a:noFill/>
                <a:prstDash val="sysDot"/>
              </a:ln>
              <a:solidFill>
                <a:schemeClr val="tx1">
                  <a:lumMod val="85000"/>
                  <a:lumOff val="15000"/>
                </a:schemeClr>
              </a:solidFill>
              <a:latin typeface="+mn-lt"/>
              <a:sym typeface="+mn-ea"/>
            </a:endParaRPr>
          </a:p>
          <a:p>
            <a:pPr>
              <a:lnSpc>
                <a:spcPct val="150000"/>
              </a:lnSpc>
              <a:spcBef>
                <a:spcPct val="0"/>
              </a:spcBef>
              <a:spcAft>
                <a:spcPct val="0"/>
              </a:spcAft>
            </a:pPr>
            <a:r>
              <a:rPr lang="en-US" sz="1600" kern="0" dirty="0">
                <a:ln>
                  <a:noFill/>
                  <a:prstDash val="sysDot"/>
                </a:ln>
                <a:solidFill>
                  <a:schemeClr val="tx1">
                    <a:lumMod val="85000"/>
                    <a:lumOff val="15000"/>
                  </a:schemeClr>
                </a:solidFill>
                <a:latin typeface="+mn-lt"/>
                <a:sym typeface="+mn-ea"/>
              </a:rPr>
              <a:t>Tạo thêm một kho lưu trữ tạm để có thể trích xuất từ nó</a:t>
            </a:r>
            <a:endParaRPr lang="en-US" sz="1600" kern="0" dirty="0">
              <a:ln>
                <a:noFill/>
                <a:prstDash val="sysDot"/>
              </a:ln>
              <a:solidFill>
                <a:schemeClr val="tx1">
                  <a:lumMod val="85000"/>
                  <a:lumOff val="15000"/>
                </a:schemeClr>
              </a:solidFill>
              <a:latin typeface="+mn-lt"/>
              <a:sym typeface="+mn-ea"/>
            </a:endParaRPr>
          </a:p>
        </p:txBody>
      </p:sp>
      <p:sp>
        <p:nvSpPr>
          <p:cNvPr id="6" name="矩形 5"/>
          <p:cNvSpPr/>
          <p:nvPr>
            <p:custDataLst>
              <p:tags r:id="rId8"/>
            </p:custDataLst>
          </p:nvPr>
        </p:nvSpPr>
        <p:spPr>
          <a:xfrm>
            <a:off x="954373" y="3405780"/>
            <a:ext cx="3113667" cy="818819"/>
          </a:xfrm>
          <a:prstGeom prst="rect">
            <a:avLst/>
          </a:prstGeom>
          <a:noFill/>
        </p:spPr>
        <p:txBody>
          <a:bodyPr wrap="square" lIns="0" tIns="0" rIns="0" bIns="0" rtlCol="0" anchor="b">
            <a:normAutofit/>
          </a:bodyPr>
          <a:p>
            <a:pPr>
              <a:spcBef>
                <a:spcPct val="0"/>
              </a:spcBef>
              <a:spcAft>
                <a:spcPct val="0"/>
              </a:spcAft>
            </a:pPr>
            <a:r>
              <a:rPr lang="en-US" sz="2000" b="1" kern="0" dirty="0">
                <a:solidFill>
                  <a:schemeClr val="accent1"/>
                </a:solidFill>
                <a:latin typeface="+mj-lt"/>
                <a:sym typeface="+mn-ea"/>
              </a:rPr>
              <a:t>Tối ưu hóa hiệu suất</a:t>
            </a:r>
            <a:endParaRPr lang="en-US" sz="2000" b="1" kern="0" dirty="0">
              <a:solidFill>
                <a:schemeClr val="accent1"/>
              </a:solidFill>
              <a:latin typeface="+mj-lt"/>
              <a:sym typeface="+mn-ea"/>
            </a:endParaRPr>
          </a:p>
        </p:txBody>
      </p:sp>
      <p:cxnSp>
        <p:nvCxnSpPr>
          <p:cNvPr id="16" name="直接连接符 15"/>
          <p:cNvCxnSpPr/>
          <p:nvPr>
            <p:custDataLst>
              <p:tags r:id="rId9"/>
            </p:custDataLst>
          </p:nvPr>
        </p:nvCxnSpPr>
        <p:spPr>
          <a:xfrm flipV="1">
            <a:off x="4428051" y="3490256"/>
            <a:ext cx="0" cy="2722980"/>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8" name="矩形 7"/>
          <p:cNvSpPr/>
          <p:nvPr>
            <p:custDataLst>
              <p:tags r:id="rId10"/>
            </p:custDataLst>
          </p:nvPr>
        </p:nvSpPr>
        <p:spPr>
          <a:xfrm>
            <a:off x="4668776" y="4381382"/>
            <a:ext cx="3113667" cy="1817070"/>
          </a:xfrm>
          <a:prstGeom prst="rect">
            <a:avLst/>
          </a:prstGeom>
          <a:noFill/>
        </p:spPr>
        <p:txBody>
          <a:bodyPr wrap="square" lIns="0" tIns="0" rIns="0" bIns="0" rtlCol="0" anchor="t" anchorCtr="0">
            <a:normAutofit/>
          </a:bodyPr>
          <a:p>
            <a:pPr>
              <a:lnSpc>
                <a:spcPct val="150000"/>
              </a:lnSpc>
              <a:spcBef>
                <a:spcPct val="0"/>
              </a:spcBef>
              <a:spcAft>
                <a:spcPct val="0"/>
              </a:spcAft>
            </a:pPr>
            <a:r>
              <a:rPr lang="en-US" altLang="en-US" sz="1600" kern="0" dirty="0">
                <a:ln>
                  <a:noFill/>
                  <a:prstDash val="sysDot"/>
                </a:ln>
                <a:solidFill>
                  <a:schemeClr val="tx1">
                    <a:lumMod val="85000"/>
                    <a:lumOff val="15000"/>
                  </a:schemeClr>
                </a:solidFill>
                <a:latin typeface="+mn-lt"/>
                <a:sym typeface="+mn-ea"/>
              </a:rPr>
              <a:t>Thiết lập quy trình sao l</a:t>
            </a:r>
            <a:r>
              <a:rPr lang="" altLang="en-US" sz="1600" kern="0" dirty="0">
                <a:ln>
                  <a:noFill/>
                  <a:prstDash val="sysDot"/>
                </a:ln>
                <a:solidFill>
                  <a:schemeClr val="tx1">
                    <a:lumMod val="85000"/>
                    <a:lumOff val="15000"/>
                  </a:schemeClr>
                </a:solidFill>
                <a:latin typeface="+mn-lt"/>
                <a:sym typeface="+mn-ea"/>
              </a:rPr>
              <a:t>ư</a:t>
            </a:r>
            <a:r>
              <a:rPr lang="en-US" altLang="en-US" sz="1600" kern="0" dirty="0">
                <a:ln>
                  <a:noFill/>
                  <a:prstDash val="sysDot"/>
                </a:ln>
                <a:solidFill>
                  <a:schemeClr val="tx1">
                    <a:lumMod val="85000"/>
                    <a:lumOff val="15000"/>
                  </a:schemeClr>
                </a:solidFill>
                <a:latin typeface="+mn-lt"/>
                <a:sym typeface="+mn-ea"/>
              </a:rPr>
              <a:t>u và phục hồi để tránh mất dữ liệu</a:t>
            </a:r>
            <a:endParaRPr lang="en-US" altLang="en-US" sz="1600" kern="0" dirty="0">
              <a:ln>
                <a:noFill/>
                <a:prstDash val="sysDot"/>
              </a:ln>
              <a:solidFill>
                <a:schemeClr val="tx1">
                  <a:lumMod val="85000"/>
                  <a:lumOff val="15000"/>
                </a:schemeClr>
              </a:solidFill>
              <a:latin typeface="+mn-lt"/>
              <a:sym typeface="+mn-ea"/>
            </a:endParaRPr>
          </a:p>
        </p:txBody>
      </p:sp>
      <p:sp>
        <p:nvSpPr>
          <p:cNvPr id="9" name="矩形 8"/>
          <p:cNvSpPr/>
          <p:nvPr>
            <p:custDataLst>
              <p:tags r:id="rId11"/>
            </p:custDataLst>
          </p:nvPr>
        </p:nvSpPr>
        <p:spPr>
          <a:xfrm>
            <a:off x="4668776" y="3405780"/>
            <a:ext cx="3113667" cy="818819"/>
          </a:xfrm>
          <a:prstGeom prst="rect">
            <a:avLst/>
          </a:prstGeom>
          <a:noFill/>
        </p:spPr>
        <p:txBody>
          <a:bodyPr wrap="square" lIns="0" tIns="0" rIns="0" bIns="0" rtlCol="0" anchor="b">
            <a:normAutofit/>
          </a:bodyPr>
          <a:p>
            <a:pPr>
              <a:spcBef>
                <a:spcPct val="0"/>
              </a:spcBef>
              <a:spcAft>
                <a:spcPct val="0"/>
              </a:spcAft>
            </a:pPr>
            <a:r>
              <a:rPr lang="en-US" sz="2000" b="1" kern="0" dirty="0">
                <a:solidFill>
                  <a:schemeClr val="accent1"/>
                </a:solidFill>
                <a:latin typeface="+mj-lt"/>
                <a:sym typeface="+mn-ea"/>
              </a:rPr>
              <a:t>Sao lưu và phục hồi</a:t>
            </a:r>
            <a:endParaRPr lang="en-US" sz="2000" b="1" kern="0" dirty="0">
              <a:solidFill>
                <a:schemeClr val="accent1"/>
              </a:solidFill>
              <a:latin typeface="+mj-lt"/>
              <a:sym typeface="+mn-ea"/>
            </a:endParaRPr>
          </a:p>
        </p:txBody>
      </p:sp>
      <p:cxnSp>
        <p:nvCxnSpPr>
          <p:cNvPr id="19" name="直接连接符 18"/>
          <p:cNvCxnSpPr/>
          <p:nvPr>
            <p:custDataLst>
              <p:tags r:id="rId12"/>
            </p:custDataLst>
          </p:nvPr>
        </p:nvCxnSpPr>
        <p:spPr>
          <a:xfrm flipV="1">
            <a:off x="8124035" y="3475647"/>
            <a:ext cx="0" cy="2722980"/>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10" name="矩形 9"/>
          <p:cNvSpPr/>
          <p:nvPr>
            <p:custDataLst>
              <p:tags r:id="rId13"/>
            </p:custDataLst>
          </p:nvPr>
        </p:nvSpPr>
        <p:spPr>
          <a:xfrm>
            <a:off x="8364760" y="4381382"/>
            <a:ext cx="3113667" cy="1817070"/>
          </a:xfrm>
          <a:prstGeom prst="rect">
            <a:avLst/>
          </a:prstGeom>
          <a:noFill/>
        </p:spPr>
        <p:txBody>
          <a:bodyPr wrap="square" lIns="0" tIns="0" rIns="0" bIns="0" rtlCol="0" anchor="t" anchorCtr="0">
            <a:normAutofit/>
          </a:bodyPr>
          <a:p>
            <a:pPr>
              <a:lnSpc>
                <a:spcPct val="150000"/>
              </a:lnSpc>
              <a:spcBef>
                <a:spcPct val="0"/>
              </a:spcBef>
              <a:spcAft>
                <a:spcPct val="0"/>
              </a:spcAft>
            </a:pPr>
            <a:r>
              <a:rPr lang="en-US" sz="1600" kern="0" dirty="0">
                <a:ln>
                  <a:noFill/>
                  <a:prstDash val="sysDot"/>
                </a:ln>
                <a:solidFill>
                  <a:schemeClr val="tx1">
                    <a:lumMod val="85000"/>
                    <a:lumOff val="15000"/>
                  </a:schemeClr>
                </a:solidFill>
                <a:latin typeface="+mn-lt"/>
                <a:sym typeface="+mn-ea"/>
              </a:rPr>
              <a:t>Phân chia quyền cho người dùng xem những thứ họ nên và được xem</a:t>
            </a:r>
            <a:endParaRPr lang="en-US" sz="1600" kern="0" dirty="0">
              <a:ln>
                <a:noFill/>
                <a:prstDash val="sysDot"/>
              </a:ln>
              <a:solidFill>
                <a:schemeClr val="tx1">
                  <a:lumMod val="85000"/>
                  <a:lumOff val="15000"/>
                </a:schemeClr>
              </a:solidFill>
              <a:latin typeface="+mn-lt"/>
              <a:sym typeface="+mn-ea"/>
            </a:endParaRPr>
          </a:p>
        </p:txBody>
      </p:sp>
      <p:sp>
        <p:nvSpPr>
          <p:cNvPr id="11" name="矩形 10"/>
          <p:cNvSpPr/>
          <p:nvPr>
            <p:custDataLst>
              <p:tags r:id="rId14"/>
            </p:custDataLst>
          </p:nvPr>
        </p:nvSpPr>
        <p:spPr>
          <a:xfrm>
            <a:off x="8364760" y="3391171"/>
            <a:ext cx="3113667" cy="818819"/>
          </a:xfrm>
          <a:prstGeom prst="rect">
            <a:avLst/>
          </a:prstGeom>
          <a:noFill/>
        </p:spPr>
        <p:txBody>
          <a:bodyPr wrap="square" lIns="0" tIns="0" rIns="0" bIns="0" rtlCol="0" anchor="b">
            <a:normAutofit/>
          </a:bodyPr>
          <a:p>
            <a:pPr>
              <a:spcBef>
                <a:spcPct val="0"/>
              </a:spcBef>
              <a:spcAft>
                <a:spcPct val="0"/>
              </a:spcAft>
            </a:pPr>
            <a:r>
              <a:rPr lang="en-US" sz="2000" b="1" kern="0" dirty="0">
                <a:solidFill>
                  <a:schemeClr val="accent1"/>
                </a:solidFill>
                <a:latin typeface="+mj-lt"/>
                <a:sym typeface="+mn-ea"/>
              </a:rPr>
              <a:t>Quản lí người dùng</a:t>
            </a:r>
            <a:endParaRPr lang="en-US" sz="2000" b="1" kern="0" dirty="0">
              <a:solidFill>
                <a:schemeClr val="accent1"/>
              </a:solidFill>
              <a:latin typeface="+mj-lt"/>
              <a:sym typeface="+mn-ea"/>
            </a:endParaRPr>
          </a:p>
        </p:txBody>
      </p:sp>
      <p:pic>
        <p:nvPicPr>
          <p:cNvPr id="22" name="图片 21" descr="蓝色的高楼&#10;&#10;描述已自动生成"/>
          <p:cNvPicPr>
            <a:picLocks noChangeAspect="1"/>
          </p:cNvPicPr>
          <p:nvPr>
            <p:custDataLst>
              <p:tags r:id="rId15"/>
            </p:custDataLst>
          </p:nvPr>
        </p:nvPicPr>
        <p:blipFill rotWithShape="1">
          <a:blip r:embed="rId16" cstate="print">
            <a:extLst>
              <a:ext uri="{28A0092B-C50C-407E-A947-70E740481C1C}">
                <a14:useLocalDpi xmlns:a14="http://schemas.microsoft.com/office/drawing/2010/main" val="0"/>
              </a:ext>
            </a:extLst>
          </a:blip>
          <a:srcRect l="17833" b="28068"/>
          <a:stretch>
            <a:fillRect/>
          </a:stretch>
        </p:blipFill>
        <p:spPr>
          <a:xfrm>
            <a:off x="4408996" y="1359936"/>
            <a:ext cx="3373826" cy="1970014"/>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spTree>
    <p:custDataLst>
      <p:tags r:id="rId17"/>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Mask group111"/>
          <p:cNvPicPr>
            <a:picLocks noChangeAspect="1"/>
          </p:cNvPicPr>
          <p:nvPr>
            <p:custDataLst>
              <p:tags r:id="rId1"/>
            </p:custDataLst>
          </p:nvPr>
        </p:nvPicPr>
        <p:blipFill>
          <a:blip r:embed="rId2"/>
          <a:srcRect b="369"/>
          <a:stretch>
            <a:fillRect/>
          </a:stretch>
        </p:blipFill>
        <p:spPr>
          <a:xfrm>
            <a:off x="0" y="0"/>
            <a:ext cx="12192000" cy="3429000"/>
          </a:xfrm>
          <a:prstGeom prst="rect">
            <a:avLst/>
          </a:prstGeom>
          <a:ln w="9525" cap="flat" cmpd="sng" algn="ctr">
            <a:solidFill>
              <a:schemeClr val="dk1">
                <a:lumMod val="40000"/>
                <a:lumOff val="60000"/>
                <a:alpha val="50000"/>
              </a:schemeClr>
            </a:solidFill>
            <a:prstDash val="solid"/>
            <a:round/>
            <a:headEnd type="none" w="med" len="med"/>
            <a:tailEnd type="none" w="med" len="med"/>
          </a:ln>
        </p:spPr>
      </p:pic>
      <p:sp>
        <p:nvSpPr>
          <p:cNvPr id="15" name="矩形: 圆角 14"/>
          <p:cNvSpPr/>
          <p:nvPr>
            <p:custDataLst>
              <p:tags r:id="rId3"/>
            </p:custDataLst>
          </p:nvPr>
        </p:nvSpPr>
        <p:spPr>
          <a:xfrm>
            <a:off x="530225" y="3091180"/>
            <a:ext cx="11129010" cy="3237865"/>
          </a:xfrm>
          <a:prstGeom prst="roundRect">
            <a:avLst>
              <a:gd name="adj" fmla="val 9236"/>
            </a:avLst>
          </a:prstGeom>
          <a:solidFill>
            <a:schemeClr val="lt1">
              <a:lumMod val="100000"/>
            </a:schemeClr>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lstStyle/>
          <a:p>
            <a:pPr algn="ctr"/>
            <a:endParaRPr kumimoji="1" lang="en-US" sz="3200">
              <a:latin typeface="+mj-lt"/>
              <a:sym typeface="Arial" panose="020B0604020202020204" pitchFamily="34" charset="0"/>
            </a:endParaRPr>
          </a:p>
        </p:txBody>
      </p:sp>
      <p:sp>
        <p:nvSpPr>
          <p:cNvPr id="29" name="标题"/>
          <p:cNvSpPr txBox="1"/>
          <p:nvPr>
            <p:custDataLst>
              <p:tags r:id="rId4"/>
            </p:custDataLst>
          </p:nvPr>
        </p:nvSpPr>
        <p:spPr>
          <a:xfrm>
            <a:off x="1527175" y="3244850"/>
            <a:ext cx="9473565" cy="779145"/>
          </a:xfrm>
          <a:prstGeom prst="rect">
            <a:avLst/>
          </a:prstGeom>
          <a:noFill/>
        </p:spPr>
        <p:txBody>
          <a:bodyPr wrap="square" lIns="0" tIns="0" rIns="0" bIns="0" rtlCol="0" anchor="b">
            <a:normAutofit/>
          </a:bodyPr>
          <a:lstStyle>
            <a:defPPr>
              <a:defRPr lang="en-US">
                <a:latin typeface="+mj-lt"/>
              </a:defRPr>
            </a:defPPr>
            <a:lvl1pPr>
              <a:lnSpc>
                <a:spcPct val="131000"/>
              </a:lnSpc>
              <a:defRPr sz="3400" b="1">
                <a:solidFill>
                  <a:schemeClr val="dk1"/>
                </a:solidFill>
                <a:latin typeface="+mj-lt"/>
              </a:defRPr>
            </a:lvl1pPr>
          </a:lstStyle>
          <a:p>
            <a:r>
              <a:rPr lang="en-US" dirty="0">
                <a:latin typeface="+mj-lt"/>
              </a:rPr>
              <a:t>Bảo mật và kiểm soát truy cập</a:t>
            </a:r>
            <a:endParaRPr lang="en-US" dirty="0">
              <a:latin typeface="+mj-lt"/>
            </a:endParaRPr>
          </a:p>
        </p:txBody>
      </p:sp>
      <p:sp>
        <p:nvSpPr>
          <p:cNvPr id="4" name="矩形 3"/>
          <p:cNvSpPr/>
          <p:nvPr>
            <p:custDataLst>
              <p:tags r:id="rId5"/>
            </p:custDataLst>
          </p:nvPr>
        </p:nvSpPr>
        <p:spPr>
          <a:xfrm>
            <a:off x="1500505" y="4813617"/>
            <a:ext cx="2647950" cy="1218565"/>
          </a:xfrm>
          <a:prstGeom prst="rect">
            <a:avLst/>
          </a:prstGeom>
          <a:noFill/>
        </p:spPr>
        <p:txBody>
          <a:bodyPr wrap="square" lIns="0" tIns="0" rIns="0" bIns="0" rtlCol="0" anchor="t">
            <a:normAutofit/>
          </a:bodyPr>
          <a:p>
            <a:pPr>
              <a:lnSpc>
                <a:spcPct val="150000"/>
              </a:lnSpc>
              <a:spcBef>
                <a:spcPct val="0"/>
              </a:spcBef>
              <a:spcAft>
                <a:spcPct val="0"/>
              </a:spcAft>
            </a:pPr>
            <a:r>
              <a:rPr lang="en-US" sz="1400" dirty="0">
                <a:solidFill>
                  <a:srgbClr val="000000"/>
                </a:solidFill>
                <a:latin typeface="+mn-lt"/>
                <a:sym typeface="+mn-ea"/>
              </a:rPr>
              <a:t>Mã hóa các dữ liệu quan trọng như thông tin cá nhân của người dùng, tài khoản và mật khẩu </a:t>
            </a:r>
            <a:endParaRPr lang="en-US" sz="1400" dirty="0">
              <a:solidFill>
                <a:srgbClr val="000000"/>
              </a:solidFill>
              <a:latin typeface="+mn-lt"/>
              <a:sym typeface="+mn-ea"/>
            </a:endParaRPr>
          </a:p>
        </p:txBody>
      </p:sp>
      <p:sp>
        <p:nvSpPr>
          <p:cNvPr id="6" name="矩形 5"/>
          <p:cNvSpPr/>
          <p:nvPr>
            <p:custDataLst>
              <p:tags r:id="rId6"/>
            </p:custDataLst>
          </p:nvPr>
        </p:nvSpPr>
        <p:spPr>
          <a:xfrm>
            <a:off x="1500505" y="4353877"/>
            <a:ext cx="2647950" cy="349250"/>
          </a:xfrm>
          <a:prstGeom prst="rect">
            <a:avLst/>
          </a:prstGeom>
          <a:noFill/>
        </p:spPr>
        <p:txBody>
          <a:bodyPr wrap="square" lIns="0" tIns="0" rIns="0" bIns="0" rtlCol="0" anchor="b" anchorCtr="0">
            <a:normAutofit/>
          </a:bodyPr>
          <a:p>
            <a:pPr>
              <a:spcBef>
                <a:spcPct val="0"/>
              </a:spcBef>
              <a:spcAft>
                <a:spcPct val="0"/>
              </a:spcAft>
            </a:pPr>
            <a:r>
              <a:rPr lang="en-US" sz="2000" b="1" dirty="0">
                <a:solidFill>
                  <a:srgbClr val="000000"/>
                </a:solidFill>
                <a:latin typeface="+mj-lt"/>
                <a:sym typeface="+mn-ea"/>
              </a:rPr>
              <a:t>Mã hóa dữ liệu</a:t>
            </a:r>
            <a:endParaRPr lang="en-US" sz="2000" b="1" dirty="0">
              <a:solidFill>
                <a:srgbClr val="000000"/>
              </a:solidFill>
              <a:latin typeface="+mj-lt"/>
              <a:sym typeface="+mn-ea"/>
            </a:endParaRPr>
          </a:p>
        </p:txBody>
      </p:sp>
      <p:sp>
        <p:nvSpPr>
          <p:cNvPr id="7" name="矩形 6"/>
          <p:cNvSpPr/>
          <p:nvPr>
            <p:custDataLst>
              <p:tags r:id="rId7"/>
            </p:custDataLst>
          </p:nvPr>
        </p:nvSpPr>
        <p:spPr>
          <a:xfrm>
            <a:off x="8326755" y="4813617"/>
            <a:ext cx="2647950" cy="1218565"/>
          </a:xfrm>
          <a:prstGeom prst="rect">
            <a:avLst/>
          </a:prstGeom>
          <a:noFill/>
        </p:spPr>
        <p:txBody>
          <a:bodyPr wrap="square" lIns="0" tIns="0" rIns="0" bIns="0" rtlCol="0" anchor="t">
            <a:normAutofit lnSpcReduction="10000"/>
          </a:bodyPr>
          <a:p>
            <a:pPr>
              <a:lnSpc>
                <a:spcPct val="150000"/>
              </a:lnSpc>
              <a:spcBef>
                <a:spcPct val="0"/>
              </a:spcBef>
              <a:spcAft>
                <a:spcPct val="0"/>
              </a:spcAft>
            </a:pPr>
            <a:r>
              <a:rPr lang="en-US" sz="1400">
                <a:solidFill>
                  <a:srgbClr val="000000"/>
                </a:solidFill>
                <a:latin typeface="+mn-lt"/>
                <a:sym typeface="+mn-ea"/>
              </a:rPr>
              <a:t>Kiểm soát quyền truy cập không chỉ của người dùng mà còn của các Admin đê tránh các trường hợp thay đổi sửa chữa dữ liệu</a:t>
            </a:r>
            <a:endParaRPr lang="en-US" sz="1400">
              <a:solidFill>
                <a:srgbClr val="000000"/>
              </a:solidFill>
              <a:latin typeface="+mn-lt"/>
              <a:sym typeface="+mn-ea"/>
            </a:endParaRPr>
          </a:p>
        </p:txBody>
      </p:sp>
      <p:sp>
        <p:nvSpPr>
          <p:cNvPr id="8" name="矩形 7"/>
          <p:cNvSpPr/>
          <p:nvPr>
            <p:custDataLst>
              <p:tags r:id="rId8"/>
            </p:custDataLst>
          </p:nvPr>
        </p:nvSpPr>
        <p:spPr>
          <a:xfrm>
            <a:off x="8326755" y="4353877"/>
            <a:ext cx="2647950" cy="349250"/>
          </a:xfrm>
          <a:prstGeom prst="rect">
            <a:avLst/>
          </a:prstGeom>
          <a:noFill/>
        </p:spPr>
        <p:txBody>
          <a:bodyPr wrap="square" lIns="0" tIns="0" rIns="0" bIns="0" rtlCol="0" anchor="b" anchorCtr="0">
            <a:normAutofit/>
          </a:bodyPr>
          <a:p>
            <a:pPr>
              <a:spcBef>
                <a:spcPct val="0"/>
              </a:spcBef>
              <a:spcAft>
                <a:spcPct val="0"/>
              </a:spcAft>
            </a:pPr>
            <a:r>
              <a:rPr lang="en-US" sz="2000" b="1">
                <a:solidFill>
                  <a:srgbClr val="000000"/>
                </a:solidFill>
                <a:latin typeface="+mj-lt"/>
                <a:sym typeface="+mn-ea"/>
              </a:rPr>
              <a:t>Quyền truy cập</a:t>
            </a:r>
            <a:endParaRPr lang="en-US" sz="2000" b="1">
              <a:solidFill>
                <a:srgbClr val="000000"/>
              </a:solidFill>
              <a:latin typeface="+mj-lt"/>
              <a:sym typeface="+mn-ea"/>
            </a:endParaRPr>
          </a:p>
        </p:txBody>
      </p:sp>
      <p:sp>
        <p:nvSpPr>
          <p:cNvPr id="11" name="矩形 10"/>
          <p:cNvSpPr/>
          <p:nvPr>
            <p:custDataLst>
              <p:tags r:id="rId9"/>
            </p:custDataLst>
          </p:nvPr>
        </p:nvSpPr>
        <p:spPr>
          <a:xfrm>
            <a:off x="4913630" y="4813617"/>
            <a:ext cx="2647950" cy="1218565"/>
          </a:xfrm>
          <a:prstGeom prst="rect">
            <a:avLst/>
          </a:prstGeom>
          <a:noFill/>
        </p:spPr>
        <p:txBody>
          <a:bodyPr wrap="square" lIns="0" tIns="0" rIns="0" bIns="0" rtlCol="0" anchor="t">
            <a:normAutofit lnSpcReduction="10000"/>
          </a:bodyPr>
          <a:p>
            <a:pPr>
              <a:lnSpc>
                <a:spcPct val="150000"/>
              </a:lnSpc>
              <a:spcBef>
                <a:spcPct val="0"/>
              </a:spcBef>
              <a:spcAft>
                <a:spcPct val="0"/>
              </a:spcAft>
            </a:pPr>
            <a:r>
              <a:rPr lang="en-US" sz="1400">
                <a:solidFill>
                  <a:srgbClr val="000000"/>
                </a:solidFill>
                <a:latin typeface="+mn-lt"/>
                <a:sym typeface="+mn-ea"/>
              </a:rPr>
              <a:t>Có thể thiết lập các xác thực bằng số điện thoại hoặc email để có thể lấy lại được tài khoản trong một vài trường hợp xấu xảy ra</a:t>
            </a:r>
            <a:endParaRPr lang="en-US" sz="1400">
              <a:solidFill>
                <a:srgbClr val="000000"/>
              </a:solidFill>
              <a:latin typeface="+mn-lt"/>
              <a:sym typeface="+mn-ea"/>
            </a:endParaRPr>
          </a:p>
        </p:txBody>
      </p:sp>
      <p:sp>
        <p:nvSpPr>
          <p:cNvPr id="14" name="矩形 13"/>
          <p:cNvSpPr/>
          <p:nvPr>
            <p:custDataLst>
              <p:tags r:id="rId10"/>
            </p:custDataLst>
          </p:nvPr>
        </p:nvSpPr>
        <p:spPr>
          <a:xfrm>
            <a:off x="4913630" y="4353877"/>
            <a:ext cx="2647950" cy="349250"/>
          </a:xfrm>
          <a:prstGeom prst="rect">
            <a:avLst/>
          </a:prstGeom>
          <a:noFill/>
        </p:spPr>
        <p:txBody>
          <a:bodyPr wrap="square" lIns="0" tIns="0" rIns="0" bIns="0" rtlCol="0" anchor="b" anchorCtr="0">
            <a:normAutofit/>
          </a:bodyPr>
          <a:p>
            <a:pPr>
              <a:spcBef>
                <a:spcPct val="0"/>
              </a:spcBef>
              <a:spcAft>
                <a:spcPct val="0"/>
              </a:spcAft>
            </a:pPr>
            <a:r>
              <a:rPr lang="en-US" sz="2000" b="1">
                <a:solidFill>
                  <a:srgbClr val="000000"/>
                </a:solidFill>
                <a:latin typeface="+mj-lt"/>
                <a:sym typeface="+mn-ea"/>
              </a:rPr>
              <a:t>Xác thực người dùng</a:t>
            </a:r>
            <a:endParaRPr lang="en-US" sz="2000" b="1">
              <a:solidFill>
                <a:srgbClr val="000000"/>
              </a:solidFill>
              <a:latin typeface="+mj-lt"/>
              <a:sym typeface="+mn-ea"/>
            </a:endParaRPr>
          </a:p>
        </p:txBody>
      </p:sp>
    </p:spTree>
    <p:custDataLst>
      <p:tags r:id="rId1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08330" y="466725"/>
            <a:ext cx="5487670" cy="705485"/>
          </a:xfrm>
        </p:spPr>
        <p:txBody>
          <a:bodyPr wrap="square">
            <a:normAutofit/>
          </a:bodyPr>
          <a:lstStyle/>
          <a:p>
            <a:pPr algn="l"/>
            <a:r>
              <a:rPr lang="en-US" spc="0" dirty="0">
                <a:latin typeface="+mj-lt"/>
              </a:rPr>
              <a:t>Backup and Recovery</a:t>
            </a:r>
            <a:endParaRPr lang="en-US" spc="0" dirty="0">
              <a:latin typeface="+mj-lt"/>
            </a:endParaRPr>
          </a:p>
        </p:txBody>
      </p:sp>
      <p:pic>
        <p:nvPicPr>
          <p:cNvPr id="9" name="图片 8" descr="7725813_3D现代抽象几何空间背景"/>
          <p:cNvPicPr>
            <a:picLocks noChangeAspect="1"/>
          </p:cNvPicPr>
          <p:nvPr>
            <p:custDataLst>
              <p:tags r:id="rId2"/>
            </p:custDataLst>
          </p:nvPr>
        </p:nvPicPr>
        <p:blipFill>
          <a:blip r:embed="rId3"/>
          <a:srcRect l="31220" t="28" r="5764" b="83"/>
          <a:stretch>
            <a:fillRect/>
          </a:stretch>
        </p:blipFill>
        <p:spPr>
          <a:xfrm>
            <a:off x="5717064" y="0"/>
            <a:ext cx="6483826" cy="6856095"/>
          </a:xfrm>
          <a:custGeom>
            <a:avLst/>
            <a:gdLst/>
            <a:ahLst/>
            <a:cxnLst>
              <a:cxn ang="3">
                <a:pos x="hc" y="t"/>
              </a:cxn>
              <a:cxn ang="cd2">
                <a:pos x="l" y="vc"/>
              </a:cxn>
              <a:cxn ang="cd4">
                <a:pos x="hc" y="b"/>
              </a:cxn>
              <a:cxn ang="0">
                <a:pos x="r" y="vc"/>
              </a:cxn>
            </a:cxnLst>
            <a:rect l="l" t="t" r="r" b="b"/>
            <a:pathLst>
              <a:path w="10211" h="10797">
                <a:moveTo>
                  <a:pt x="2699" y="0"/>
                </a:moveTo>
                <a:lnTo>
                  <a:pt x="10211" y="0"/>
                </a:lnTo>
                <a:lnTo>
                  <a:pt x="10211" y="10797"/>
                </a:lnTo>
                <a:lnTo>
                  <a:pt x="0" y="10797"/>
                </a:lnTo>
                <a:lnTo>
                  <a:pt x="2699" y="0"/>
                </a:lnTo>
                <a:close/>
              </a:path>
            </a:pathLst>
          </a:custGeom>
        </p:spPr>
      </p:pic>
      <p:sp>
        <p:nvSpPr>
          <p:cNvPr id="12" name="平行四边形 11"/>
          <p:cNvSpPr/>
          <p:nvPr>
            <p:custDataLst>
              <p:tags r:id="rId4"/>
            </p:custDataLst>
          </p:nvPr>
        </p:nvSpPr>
        <p:spPr>
          <a:xfrm>
            <a:off x="5838825" y="0"/>
            <a:ext cx="1727200" cy="5556885"/>
          </a:xfrm>
          <a:prstGeom prst="parallelogram">
            <a:avLst>
              <a:gd name="adj" fmla="val 84115"/>
            </a:avLst>
          </a:prstGeom>
          <a:gradFill>
            <a:gsLst>
              <a:gs pos="30000">
                <a:schemeClr val="accent1">
                  <a:lumMod val="60000"/>
                  <a:lumOff val="40000"/>
                  <a:alpha val="100000"/>
                </a:schemeClr>
              </a:gs>
              <a:gs pos="100000">
                <a:schemeClr val="accent1">
                  <a:lumMod val="60000"/>
                  <a:lumOff val="40000"/>
                  <a:alpha val="10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sym typeface="Arial" panose="020B0604020202020204" pitchFamily="34" charset="0"/>
            </a:endParaRPr>
          </a:p>
        </p:txBody>
      </p:sp>
      <p:sp>
        <p:nvSpPr>
          <p:cNvPr id="14" name="平行四边形 13"/>
          <p:cNvSpPr/>
          <p:nvPr>
            <p:custDataLst>
              <p:tags r:id="rId5"/>
            </p:custDataLst>
          </p:nvPr>
        </p:nvSpPr>
        <p:spPr>
          <a:xfrm>
            <a:off x="5634990" y="2507615"/>
            <a:ext cx="1377950" cy="4348480"/>
          </a:xfrm>
          <a:prstGeom prst="parallelogram">
            <a:avLst>
              <a:gd name="adj" fmla="val 82610"/>
            </a:avLst>
          </a:prstGeom>
          <a:gradFill>
            <a:gsLst>
              <a:gs pos="30000">
                <a:schemeClr val="accent6">
                  <a:lumMod val="60000"/>
                  <a:lumOff val="40000"/>
                  <a:alpha val="100000"/>
                </a:schemeClr>
              </a:gs>
              <a:gs pos="100000">
                <a:schemeClr val="accent6">
                  <a:lumMod val="60000"/>
                  <a:lumOff val="40000"/>
                  <a:alpha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sym typeface="Arial" panose="020B0604020202020204" pitchFamily="34" charset="0"/>
            </a:endParaRPr>
          </a:p>
        </p:txBody>
      </p:sp>
      <p:sp>
        <p:nvSpPr>
          <p:cNvPr id="2" name="矩形 1"/>
          <p:cNvSpPr/>
          <p:nvPr>
            <p:custDataLst>
              <p:tags r:id="rId6"/>
            </p:custDataLst>
          </p:nvPr>
        </p:nvSpPr>
        <p:spPr>
          <a:xfrm>
            <a:off x="1330853" y="1898842"/>
            <a:ext cx="3948997" cy="515806"/>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en-US" sz="1200" dirty="0">
                <a:solidFill>
                  <a:schemeClr val="tx1">
                    <a:lumMod val="85000"/>
                    <a:lumOff val="15000"/>
                  </a:schemeClr>
                </a:solidFill>
                <a:latin typeface="+mn-lt"/>
              </a:rPr>
              <a:t>Protect against data loss and ensure business continuity.</a:t>
            </a:r>
            <a:endParaRPr lang="en-US" sz="1200" dirty="0">
              <a:solidFill>
                <a:schemeClr val="tx1">
                  <a:lumMod val="85000"/>
                  <a:lumOff val="15000"/>
                </a:schemeClr>
              </a:solidFill>
              <a:latin typeface="+mn-lt"/>
            </a:endParaRPr>
          </a:p>
        </p:txBody>
      </p:sp>
      <p:sp>
        <p:nvSpPr>
          <p:cNvPr id="3" name="矩形 2"/>
          <p:cNvSpPr/>
          <p:nvPr>
            <p:custDataLst>
              <p:tags r:id="rId7"/>
            </p:custDataLst>
          </p:nvPr>
        </p:nvSpPr>
        <p:spPr>
          <a:xfrm>
            <a:off x="1327037" y="1578293"/>
            <a:ext cx="3952177" cy="276029"/>
          </a:xfrm>
          <a:prstGeom prst="rect">
            <a:avLst/>
          </a:prstGeom>
          <a:noFill/>
        </p:spPr>
        <p:txBody>
          <a:bodyPr wrap="square" lIns="0" tIns="0" rIns="0" bIns="0" rtlCol="0" anchor="b">
            <a:normAutofit/>
          </a:bodyPr>
          <a:p>
            <a:pPr>
              <a:spcBef>
                <a:spcPct val="0"/>
              </a:spcBef>
              <a:spcAft>
                <a:spcPct val="0"/>
              </a:spcAft>
            </a:pPr>
            <a:r>
              <a:rPr lang="en-US" b="1" dirty="0">
                <a:solidFill>
                  <a:schemeClr val="accent1"/>
                </a:solidFill>
                <a:latin typeface="+mj-lt"/>
              </a:rPr>
              <a:t>Importance of Backups</a:t>
            </a:r>
            <a:endParaRPr lang="en-US" b="1" dirty="0">
              <a:solidFill>
                <a:schemeClr val="accent1"/>
              </a:solidFill>
              <a:latin typeface="+mj-lt"/>
            </a:endParaRPr>
          </a:p>
        </p:txBody>
      </p:sp>
      <p:sp>
        <p:nvSpPr>
          <p:cNvPr id="4" name="椭圆 3"/>
          <p:cNvSpPr/>
          <p:nvPr>
            <p:custDataLst>
              <p:tags r:id="rId8"/>
            </p:custDataLst>
          </p:nvPr>
        </p:nvSpPr>
        <p:spPr>
          <a:xfrm>
            <a:off x="710741" y="1598645"/>
            <a:ext cx="461109" cy="461109"/>
          </a:xfrm>
          <a:prstGeom prst="ellipse">
            <a:avLst/>
          </a:prstGeom>
          <a:solidFill>
            <a:schemeClr val="accent1"/>
          </a:solidFill>
          <a:effectLst>
            <a:outerShdw blurRad="101600" dist="38100" algn="l" rotWithShape="0">
              <a:schemeClr val="accent1">
                <a:alpha val="40000"/>
              </a:schemeClr>
            </a:outerShdw>
          </a:effectLst>
        </p:spPr>
        <p:txBody>
          <a:bodyPr wrap="none" lIns="0" tIns="0" rIns="0" bIns="0" rtlCol="0" anchor="ctr" anchorCtr="0">
            <a:normAutofit/>
          </a:bodyPr>
          <a:p>
            <a:pPr algn="ctr">
              <a:spcBef>
                <a:spcPct val="0"/>
              </a:spcBef>
              <a:spcAft>
                <a:spcPct val="0"/>
              </a:spcAft>
            </a:pPr>
            <a:r>
              <a:rPr lang="en-US" sz="1600" b="1">
                <a:solidFill>
                  <a:schemeClr val="lt1">
                    <a:lumMod val="100000"/>
                  </a:schemeClr>
                </a:solidFill>
                <a:latin typeface="+mn-lt"/>
              </a:rPr>
              <a:t>01</a:t>
            </a:r>
            <a:endParaRPr lang="en-US" sz="1600" b="1">
              <a:solidFill>
                <a:schemeClr val="lt1">
                  <a:lumMod val="100000"/>
                </a:schemeClr>
              </a:solidFill>
              <a:latin typeface="+mn-ea"/>
            </a:endParaRPr>
          </a:p>
        </p:txBody>
      </p:sp>
      <p:sp>
        <p:nvSpPr>
          <p:cNvPr id="7" name="矩形 6"/>
          <p:cNvSpPr/>
          <p:nvPr>
            <p:custDataLst>
              <p:tags r:id="rId9"/>
            </p:custDataLst>
          </p:nvPr>
        </p:nvSpPr>
        <p:spPr>
          <a:xfrm>
            <a:off x="1330853" y="2887205"/>
            <a:ext cx="3948997" cy="515806"/>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en-US" sz="1200" dirty="0">
                <a:solidFill>
                  <a:schemeClr val="tx1">
                    <a:lumMod val="85000"/>
                    <a:lumOff val="15000"/>
                  </a:schemeClr>
                </a:solidFill>
                <a:latin typeface="+mn-lt"/>
              </a:rPr>
              <a:t>Develop a comprehensive backup plan for your database.</a:t>
            </a:r>
            <a:endParaRPr lang="en-US" sz="1200" dirty="0">
              <a:solidFill>
                <a:schemeClr val="tx1">
                  <a:lumMod val="85000"/>
                  <a:lumOff val="15000"/>
                </a:schemeClr>
              </a:solidFill>
              <a:latin typeface="+mn-lt"/>
            </a:endParaRPr>
          </a:p>
        </p:txBody>
      </p:sp>
      <p:sp>
        <p:nvSpPr>
          <p:cNvPr id="11" name="矩形 10"/>
          <p:cNvSpPr/>
          <p:nvPr>
            <p:custDataLst>
              <p:tags r:id="rId10"/>
            </p:custDataLst>
          </p:nvPr>
        </p:nvSpPr>
        <p:spPr>
          <a:xfrm>
            <a:off x="1327037" y="2566655"/>
            <a:ext cx="3952177" cy="276029"/>
          </a:xfrm>
          <a:prstGeom prst="rect">
            <a:avLst/>
          </a:prstGeom>
          <a:noFill/>
        </p:spPr>
        <p:txBody>
          <a:bodyPr wrap="square" lIns="0" tIns="0" rIns="0" bIns="0" rtlCol="0" anchor="b">
            <a:normAutofit/>
          </a:bodyPr>
          <a:p>
            <a:pPr>
              <a:spcBef>
                <a:spcPct val="0"/>
              </a:spcBef>
              <a:spcAft>
                <a:spcPct val="0"/>
              </a:spcAft>
            </a:pPr>
            <a:r>
              <a:rPr lang="en-US" b="1">
                <a:solidFill>
                  <a:schemeClr val="accent1"/>
                </a:solidFill>
                <a:latin typeface="+mj-lt"/>
              </a:rPr>
              <a:t>Backup Strategies</a:t>
            </a:r>
            <a:endParaRPr lang="en-US" b="1">
              <a:solidFill>
                <a:schemeClr val="accent1"/>
              </a:solidFill>
              <a:latin typeface="+mj-lt"/>
            </a:endParaRPr>
          </a:p>
        </p:txBody>
      </p:sp>
      <p:sp>
        <p:nvSpPr>
          <p:cNvPr id="16" name="椭圆 15"/>
          <p:cNvSpPr/>
          <p:nvPr>
            <p:custDataLst>
              <p:tags r:id="rId11"/>
            </p:custDataLst>
          </p:nvPr>
        </p:nvSpPr>
        <p:spPr>
          <a:xfrm>
            <a:off x="710741" y="2587007"/>
            <a:ext cx="461109" cy="461109"/>
          </a:xfrm>
          <a:prstGeom prst="ellipse">
            <a:avLst/>
          </a:prstGeom>
          <a:solidFill>
            <a:schemeClr val="accent1"/>
          </a:solidFill>
          <a:effectLst>
            <a:outerShdw blurRad="101600" dist="38100" algn="l" rotWithShape="0">
              <a:schemeClr val="accent1">
                <a:alpha val="40000"/>
              </a:schemeClr>
            </a:outerShdw>
          </a:effectLst>
        </p:spPr>
        <p:txBody>
          <a:bodyPr wrap="none" lIns="0" tIns="0" rIns="0" bIns="0" rtlCol="0" anchor="ctr" anchorCtr="0">
            <a:normAutofit/>
          </a:bodyPr>
          <a:p>
            <a:pPr algn="ctr">
              <a:spcBef>
                <a:spcPct val="0"/>
              </a:spcBef>
              <a:spcAft>
                <a:spcPct val="0"/>
              </a:spcAft>
            </a:pPr>
            <a:r>
              <a:rPr lang="en-US" sz="1600" b="1" dirty="0">
                <a:solidFill>
                  <a:schemeClr val="lt1">
                    <a:lumMod val="100000"/>
                  </a:schemeClr>
                </a:solidFill>
                <a:latin typeface="+mn-lt"/>
              </a:rPr>
              <a:t>02</a:t>
            </a:r>
            <a:endParaRPr lang="en-US" sz="1600" b="1" dirty="0">
              <a:solidFill>
                <a:schemeClr val="lt1">
                  <a:lumMod val="100000"/>
                </a:schemeClr>
              </a:solidFill>
              <a:latin typeface="+mn-ea"/>
            </a:endParaRPr>
          </a:p>
        </p:txBody>
      </p:sp>
      <p:sp>
        <p:nvSpPr>
          <p:cNvPr id="19" name="矩形 18"/>
          <p:cNvSpPr/>
          <p:nvPr>
            <p:custDataLst>
              <p:tags r:id="rId12"/>
            </p:custDataLst>
          </p:nvPr>
        </p:nvSpPr>
        <p:spPr>
          <a:xfrm>
            <a:off x="1330853" y="3875567"/>
            <a:ext cx="3948997" cy="515806"/>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en-US" sz="1200">
                <a:solidFill>
                  <a:schemeClr val="tx1">
                    <a:lumMod val="85000"/>
                    <a:lumOff val="15000"/>
                  </a:schemeClr>
                </a:solidFill>
                <a:latin typeface="+mn-lt"/>
              </a:rPr>
              <a:t>Implement effective recovery processes to restore data.</a:t>
            </a:r>
            <a:endParaRPr lang="en-US" sz="1200">
              <a:solidFill>
                <a:schemeClr val="tx1">
                  <a:lumMod val="85000"/>
                  <a:lumOff val="15000"/>
                </a:schemeClr>
              </a:solidFill>
              <a:latin typeface="+mn-lt"/>
            </a:endParaRPr>
          </a:p>
        </p:txBody>
      </p:sp>
      <p:sp>
        <p:nvSpPr>
          <p:cNvPr id="20" name="矩形 19"/>
          <p:cNvSpPr/>
          <p:nvPr>
            <p:custDataLst>
              <p:tags r:id="rId13"/>
            </p:custDataLst>
          </p:nvPr>
        </p:nvSpPr>
        <p:spPr>
          <a:xfrm>
            <a:off x="1327037" y="3555017"/>
            <a:ext cx="3952177" cy="276029"/>
          </a:xfrm>
          <a:prstGeom prst="rect">
            <a:avLst/>
          </a:prstGeom>
          <a:noFill/>
        </p:spPr>
        <p:txBody>
          <a:bodyPr wrap="square" lIns="0" tIns="0" rIns="0" bIns="0" rtlCol="0" anchor="b">
            <a:normAutofit/>
          </a:bodyPr>
          <a:p>
            <a:pPr>
              <a:spcBef>
                <a:spcPct val="0"/>
              </a:spcBef>
              <a:spcAft>
                <a:spcPct val="0"/>
              </a:spcAft>
            </a:pPr>
            <a:r>
              <a:rPr lang="en-US" b="1">
                <a:solidFill>
                  <a:schemeClr val="accent1"/>
                </a:solidFill>
                <a:latin typeface="+mj-lt"/>
              </a:rPr>
              <a:t>Recovery Procedures</a:t>
            </a:r>
            <a:endParaRPr lang="en-US" b="1">
              <a:solidFill>
                <a:schemeClr val="accent1"/>
              </a:solidFill>
              <a:latin typeface="+mj-lt"/>
            </a:endParaRPr>
          </a:p>
        </p:txBody>
      </p:sp>
      <p:sp>
        <p:nvSpPr>
          <p:cNvPr id="21" name="椭圆 20"/>
          <p:cNvSpPr/>
          <p:nvPr>
            <p:custDataLst>
              <p:tags r:id="rId14"/>
            </p:custDataLst>
          </p:nvPr>
        </p:nvSpPr>
        <p:spPr>
          <a:xfrm>
            <a:off x="710741" y="3575370"/>
            <a:ext cx="461109" cy="461109"/>
          </a:xfrm>
          <a:prstGeom prst="ellipse">
            <a:avLst/>
          </a:prstGeom>
          <a:solidFill>
            <a:schemeClr val="accent1"/>
          </a:solidFill>
          <a:effectLst>
            <a:outerShdw blurRad="101600" dist="38100" algn="l" rotWithShape="0">
              <a:schemeClr val="accent1">
                <a:alpha val="40000"/>
              </a:schemeClr>
            </a:outerShdw>
          </a:effectLst>
        </p:spPr>
        <p:txBody>
          <a:bodyPr wrap="none" lIns="0" tIns="0" rIns="0" bIns="0" rtlCol="0" anchor="ctr" anchorCtr="0">
            <a:normAutofit/>
          </a:bodyPr>
          <a:p>
            <a:pPr algn="ctr">
              <a:spcBef>
                <a:spcPct val="0"/>
              </a:spcBef>
              <a:spcAft>
                <a:spcPct val="0"/>
              </a:spcAft>
            </a:pPr>
            <a:r>
              <a:rPr lang="en-US" sz="1600" b="1">
                <a:solidFill>
                  <a:schemeClr val="lt1">
                    <a:lumMod val="100000"/>
                  </a:schemeClr>
                </a:solidFill>
                <a:latin typeface="+mn-lt"/>
              </a:rPr>
              <a:t>03</a:t>
            </a:r>
            <a:endParaRPr lang="en-US" sz="1600" b="1">
              <a:solidFill>
                <a:schemeClr val="lt1">
                  <a:lumMod val="100000"/>
                </a:schemeClr>
              </a:solidFill>
              <a:latin typeface="+mn-ea"/>
            </a:endParaRPr>
          </a:p>
        </p:txBody>
      </p:sp>
      <p:sp>
        <p:nvSpPr>
          <p:cNvPr id="24" name="矩形 23"/>
          <p:cNvSpPr/>
          <p:nvPr>
            <p:custDataLst>
              <p:tags r:id="rId15"/>
            </p:custDataLst>
          </p:nvPr>
        </p:nvSpPr>
        <p:spPr>
          <a:xfrm>
            <a:off x="1330853" y="4864566"/>
            <a:ext cx="3948997" cy="515806"/>
          </a:xfrm>
          <a:prstGeom prst="rect">
            <a:avLst/>
          </a:prstGeom>
          <a:noFill/>
        </p:spPr>
        <p:txBody>
          <a:bodyPr wrap="square" lIns="0" tIns="0" rIns="0" bIns="0" rtlCol="0" anchor="t" anchorCtr="0">
            <a:normAutofit lnSpcReduction="10000"/>
          </a:bodyPr>
          <a:p>
            <a:pPr algn="just">
              <a:lnSpc>
                <a:spcPct val="150000"/>
              </a:lnSpc>
              <a:spcBef>
                <a:spcPct val="0"/>
              </a:spcBef>
              <a:spcAft>
                <a:spcPct val="0"/>
              </a:spcAft>
            </a:pPr>
            <a:r>
              <a:rPr lang="en-US" sz="1200">
                <a:solidFill>
                  <a:schemeClr val="tx1">
                    <a:lumMod val="85000"/>
                    <a:lumOff val="15000"/>
                  </a:schemeClr>
                </a:solidFill>
                <a:latin typeface="+mn-lt"/>
              </a:rPr>
              <a:t>Presentations are communication tools that can be used as demonstrations.</a:t>
            </a:r>
            <a:endParaRPr lang="en-US" sz="1200">
              <a:solidFill>
                <a:schemeClr val="tx1">
                  <a:lumMod val="85000"/>
                  <a:lumOff val="15000"/>
                </a:schemeClr>
              </a:solidFill>
              <a:latin typeface="+mn-lt"/>
            </a:endParaRPr>
          </a:p>
        </p:txBody>
      </p:sp>
      <p:sp>
        <p:nvSpPr>
          <p:cNvPr id="25" name="矩形 24"/>
          <p:cNvSpPr/>
          <p:nvPr>
            <p:custDataLst>
              <p:tags r:id="rId16"/>
            </p:custDataLst>
          </p:nvPr>
        </p:nvSpPr>
        <p:spPr>
          <a:xfrm>
            <a:off x="1327037" y="4543380"/>
            <a:ext cx="3952177" cy="276029"/>
          </a:xfrm>
          <a:prstGeom prst="rect">
            <a:avLst/>
          </a:prstGeom>
          <a:noFill/>
        </p:spPr>
        <p:txBody>
          <a:bodyPr wrap="square" lIns="0" tIns="0" rIns="0" bIns="0" rtlCol="0" anchor="b">
            <a:normAutofit/>
          </a:bodyPr>
          <a:p>
            <a:pPr>
              <a:spcBef>
                <a:spcPct val="0"/>
              </a:spcBef>
              <a:spcAft>
                <a:spcPct val="0"/>
              </a:spcAft>
            </a:pPr>
            <a:r>
              <a:rPr lang="en-US" b="1">
                <a:solidFill>
                  <a:schemeClr val="accent1"/>
                </a:solidFill>
                <a:latin typeface="+mj-lt"/>
              </a:rPr>
              <a:t>Your title here</a:t>
            </a:r>
            <a:endParaRPr lang="en-US" b="1">
              <a:solidFill>
                <a:schemeClr val="accent1"/>
              </a:solidFill>
              <a:latin typeface="+mj-lt"/>
            </a:endParaRPr>
          </a:p>
        </p:txBody>
      </p:sp>
      <p:sp>
        <p:nvSpPr>
          <p:cNvPr id="26" name="椭圆 25"/>
          <p:cNvSpPr/>
          <p:nvPr>
            <p:custDataLst>
              <p:tags r:id="rId17"/>
            </p:custDataLst>
          </p:nvPr>
        </p:nvSpPr>
        <p:spPr>
          <a:xfrm>
            <a:off x="710741" y="4563732"/>
            <a:ext cx="461109" cy="461109"/>
          </a:xfrm>
          <a:prstGeom prst="ellipse">
            <a:avLst/>
          </a:prstGeom>
          <a:solidFill>
            <a:schemeClr val="accent1"/>
          </a:solidFill>
          <a:effectLst>
            <a:outerShdw blurRad="101600" dist="38100" algn="l" rotWithShape="0">
              <a:schemeClr val="accent1">
                <a:alpha val="40000"/>
              </a:schemeClr>
            </a:outerShdw>
          </a:effectLst>
        </p:spPr>
        <p:txBody>
          <a:bodyPr wrap="none" lIns="0" tIns="0" rIns="0" bIns="0" rtlCol="0" anchor="ctr" anchorCtr="0">
            <a:normAutofit/>
          </a:bodyPr>
          <a:p>
            <a:pPr algn="ctr">
              <a:spcBef>
                <a:spcPct val="0"/>
              </a:spcBef>
              <a:spcAft>
                <a:spcPct val="0"/>
              </a:spcAft>
            </a:pPr>
            <a:r>
              <a:rPr lang="en-US" sz="1600" b="1">
                <a:solidFill>
                  <a:schemeClr val="lt1">
                    <a:lumMod val="100000"/>
                  </a:schemeClr>
                </a:solidFill>
                <a:latin typeface="+mn-lt"/>
              </a:rPr>
              <a:t>04</a:t>
            </a:r>
            <a:endParaRPr lang="en-US" sz="1600" b="1">
              <a:solidFill>
                <a:schemeClr val="lt1">
                  <a:lumMod val="100000"/>
                </a:schemeClr>
              </a:solidFill>
              <a:latin typeface="+mn-ea"/>
            </a:endParaRPr>
          </a:p>
        </p:txBody>
      </p:sp>
      <p:sp>
        <p:nvSpPr>
          <p:cNvPr id="27" name="矩形 26"/>
          <p:cNvSpPr/>
          <p:nvPr>
            <p:custDataLst>
              <p:tags r:id="rId18"/>
            </p:custDataLst>
          </p:nvPr>
        </p:nvSpPr>
        <p:spPr>
          <a:xfrm>
            <a:off x="1330853" y="5852928"/>
            <a:ext cx="3948997" cy="515806"/>
          </a:xfrm>
          <a:prstGeom prst="rect">
            <a:avLst/>
          </a:prstGeom>
          <a:noFill/>
        </p:spPr>
        <p:txBody>
          <a:bodyPr wrap="square" lIns="0" tIns="0" rIns="0" bIns="0" rtlCol="0" anchor="t" anchorCtr="0">
            <a:normAutofit lnSpcReduction="10000"/>
          </a:bodyPr>
          <a:p>
            <a:pPr algn="just">
              <a:lnSpc>
                <a:spcPct val="150000"/>
              </a:lnSpc>
              <a:spcBef>
                <a:spcPct val="0"/>
              </a:spcBef>
              <a:spcAft>
                <a:spcPct val="0"/>
              </a:spcAft>
            </a:pPr>
            <a:r>
              <a:rPr lang="en-US" sz="1200" dirty="0">
                <a:solidFill>
                  <a:schemeClr val="tx1">
                    <a:lumMod val="85000"/>
                    <a:lumOff val="15000"/>
                  </a:schemeClr>
                </a:solidFill>
                <a:latin typeface="+mn-lt"/>
              </a:rPr>
              <a:t>Presentations are communication tools that can be used as demonstrations.</a:t>
            </a:r>
            <a:endParaRPr lang="en-US" sz="1200" dirty="0">
              <a:solidFill>
                <a:schemeClr val="tx1">
                  <a:lumMod val="85000"/>
                  <a:lumOff val="15000"/>
                </a:schemeClr>
              </a:solidFill>
              <a:latin typeface="+mn-lt"/>
            </a:endParaRPr>
          </a:p>
        </p:txBody>
      </p:sp>
      <p:sp>
        <p:nvSpPr>
          <p:cNvPr id="28" name="矩形 27"/>
          <p:cNvSpPr/>
          <p:nvPr>
            <p:custDataLst>
              <p:tags r:id="rId19"/>
            </p:custDataLst>
          </p:nvPr>
        </p:nvSpPr>
        <p:spPr>
          <a:xfrm>
            <a:off x="1327037" y="5531742"/>
            <a:ext cx="3952177" cy="276029"/>
          </a:xfrm>
          <a:prstGeom prst="rect">
            <a:avLst/>
          </a:prstGeom>
          <a:noFill/>
        </p:spPr>
        <p:txBody>
          <a:bodyPr wrap="square" lIns="0" tIns="0" rIns="0" bIns="0" rtlCol="0" anchor="b">
            <a:normAutofit/>
          </a:bodyPr>
          <a:p>
            <a:pPr>
              <a:spcBef>
                <a:spcPct val="0"/>
              </a:spcBef>
              <a:spcAft>
                <a:spcPct val="0"/>
              </a:spcAft>
            </a:pPr>
            <a:r>
              <a:rPr lang="en-US" b="1">
                <a:solidFill>
                  <a:schemeClr val="accent1"/>
                </a:solidFill>
                <a:latin typeface="+mj-lt"/>
              </a:rPr>
              <a:t>Your title here</a:t>
            </a:r>
            <a:endParaRPr lang="en-US" b="1">
              <a:solidFill>
                <a:schemeClr val="accent1"/>
              </a:solidFill>
              <a:latin typeface="+mj-lt"/>
            </a:endParaRPr>
          </a:p>
        </p:txBody>
      </p:sp>
      <p:sp>
        <p:nvSpPr>
          <p:cNvPr id="29" name="椭圆 28"/>
          <p:cNvSpPr/>
          <p:nvPr>
            <p:custDataLst>
              <p:tags r:id="rId20"/>
            </p:custDataLst>
          </p:nvPr>
        </p:nvSpPr>
        <p:spPr>
          <a:xfrm>
            <a:off x="710741" y="5552730"/>
            <a:ext cx="461109" cy="461109"/>
          </a:xfrm>
          <a:prstGeom prst="ellipse">
            <a:avLst/>
          </a:prstGeom>
          <a:solidFill>
            <a:schemeClr val="accent1"/>
          </a:solidFill>
          <a:effectLst>
            <a:outerShdw blurRad="101600" dist="38100" algn="l" rotWithShape="0">
              <a:schemeClr val="accent1">
                <a:alpha val="40000"/>
              </a:schemeClr>
            </a:outerShdw>
          </a:effectLst>
        </p:spPr>
        <p:txBody>
          <a:bodyPr wrap="none" lIns="0" tIns="0" rIns="0" bIns="0" rtlCol="0" anchor="ctr" anchorCtr="0">
            <a:normAutofit/>
          </a:bodyPr>
          <a:p>
            <a:pPr algn="ctr">
              <a:spcBef>
                <a:spcPct val="0"/>
              </a:spcBef>
              <a:spcAft>
                <a:spcPct val="0"/>
              </a:spcAft>
            </a:pPr>
            <a:r>
              <a:rPr lang="en-US" sz="1600" b="1">
                <a:solidFill>
                  <a:schemeClr val="lt1">
                    <a:lumMod val="100000"/>
                  </a:schemeClr>
                </a:solidFill>
                <a:latin typeface="+mn-lt"/>
              </a:rPr>
              <a:t>05</a:t>
            </a:r>
            <a:endParaRPr lang="en-US" sz="1600" b="1">
              <a:solidFill>
                <a:schemeClr val="lt1">
                  <a:lumMod val="100000"/>
                </a:schemeClr>
              </a:solidFill>
              <a:latin typeface="+mn-ea"/>
            </a:endParaRPr>
          </a:p>
        </p:txBody>
      </p:sp>
    </p:spTree>
    <p:custDataLst>
      <p:tags r:id="rId2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ormAutofit/>
          </a:bodyPr>
          <a:lstStyle/>
          <a:p>
            <a:r>
              <a:rPr lang="en-US" spc="0">
                <a:latin typeface="+mj-lt"/>
              </a:rPr>
              <a:t>Nâng cấp sản phẩm</a:t>
            </a:r>
            <a:endParaRPr lang="en-US" spc="0">
              <a:latin typeface="+mj-lt"/>
            </a:endParaRPr>
          </a:p>
        </p:txBody>
      </p:sp>
      <p:pic>
        <p:nvPicPr>
          <p:cNvPr id="2" name="图片 1" descr="424228647\74a8cc855e2cbe53b0a84ed7aaffe598"/>
          <p:cNvPicPr>
            <a:picLocks noChangeAspect="1"/>
          </p:cNvPicPr>
          <p:nvPr>
            <p:custDataLst>
              <p:tags r:id="rId2"/>
            </p:custDataLst>
          </p:nvPr>
        </p:nvPicPr>
        <p:blipFill rotWithShape="1">
          <a:blip r:embed="rId3"/>
          <a:srcRect l="35243"/>
          <a:stretch>
            <a:fillRect/>
          </a:stretch>
        </p:blipFill>
        <p:spPr>
          <a:xfrm>
            <a:off x="0" y="1713865"/>
            <a:ext cx="4317365" cy="4118610"/>
          </a:xfrm>
          <a:prstGeom prst="rect">
            <a:avLst/>
          </a:prstGeom>
          <a:ln w="9525" cap="flat" cmpd="sng" algn="ctr">
            <a:noFill/>
            <a:prstDash val="solid"/>
            <a:round/>
            <a:headEnd type="none" w="med" len="med"/>
            <a:tailEnd type="none" w="med" len="med"/>
          </a:ln>
        </p:spPr>
      </p:pic>
      <p:pic>
        <p:nvPicPr>
          <p:cNvPr id="10" name="https://photo-static-api.fotomore.com/creative/vcg/400/new/VCG41N1483048616.jpg?uid=386&amp;timestamp=1686143016&amp;sign=b560353de4fbf26a5b3939bf07f1bf22" descr="templates\picture_hover\&amp;pky93209690214&amp;"/>
          <p:cNvPicPr>
            <a:picLocks noChangeAspect="1"/>
          </p:cNvPicPr>
          <p:nvPr>
            <p:custDataLst>
              <p:tags r:id="rId4"/>
            </p:custDataLst>
          </p:nvPr>
        </p:nvPicPr>
        <p:blipFill rotWithShape="1">
          <a:blip r:embed="rId5"/>
          <a:srcRect/>
          <a:stretch>
            <a:fillRect/>
          </a:stretch>
        </p:blipFill>
        <p:spPr>
          <a:xfrm>
            <a:off x="0" y="2141855"/>
            <a:ext cx="3429635" cy="3079750"/>
          </a:xfrm>
          <a:prstGeom prst="rect">
            <a:avLst/>
          </a:prstGeom>
          <a:ln w="9525" cap="flat" cmpd="sng" algn="ctr">
            <a:noFill/>
            <a:prstDash val="solid"/>
            <a:round/>
            <a:headEnd type="none" w="med" len="med"/>
            <a:tailEnd type="none" w="med" len="med"/>
          </a:ln>
        </p:spPr>
      </p:pic>
      <p:sp>
        <p:nvSpPr>
          <p:cNvPr id="8" name="矩形 7"/>
          <p:cNvSpPr/>
          <p:nvPr>
            <p:custDataLst>
              <p:tags r:id="rId6"/>
            </p:custDataLst>
          </p:nvPr>
        </p:nvSpPr>
        <p:spPr>
          <a:xfrm>
            <a:off x="4557223" y="1787887"/>
            <a:ext cx="3164424" cy="476984"/>
          </a:xfrm>
          <a:prstGeom prst="rect">
            <a:avLst/>
          </a:prstGeom>
          <a:noFill/>
        </p:spPr>
        <p:txBody>
          <a:bodyPr wrap="none" lIns="0" tIns="0" rIns="0" bIns="0" rtlCol="0" anchor="ctr" anchorCtr="0">
            <a:normAutofit fontScale="70000"/>
          </a:bodyPr>
          <a:p>
            <a:pPr>
              <a:spcBef>
                <a:spcPct val="0"/>
              </a:spcBef>
              <a:spcAft>
                <a:spcPct val="0"/>
              </a:spcAft>
            </a:pPr>
            <a:r>
              <a:rPr lang="en-US" sz="4000" dirty="0">
                <a:solidFill>
                  <a:schemeClr val="accent1">
                    <a:alpha val="42000"/>
                  </a:schemeClr>
                </a:solidFill>
                <a:sym typeface="+mn-lt"/>
              </a:rPr>
              <a:t>01</a:t>
            </a:r>
            <a:endParaRPr lang="en-US" sz="4000" dirty="0">
              <a:solidFill>
                <a:schemeClr val="accent1">
                  <a:alpha val="42000"/>
                </a:schemeClr>
              </a:solidFill>
              <a:sym typeface="+mn-lt"/>
            </a:endParaRPr>
          </a:p>
        </p:txBody>
      </p:sp>
      <p:cxnSp>
        <p:nvCxnSpPr>
          <p:cNvPr id="12" name="直接连接符 11"/>
          <p:cNvCxnSpPr/>
          <p:nvPr>
            <p:custDataLst>
              <p:tags r:id="rId7"/>
            </p:custDataLst>
          </p:nvPr>
        </p:nvCxnSpPr>
        <p:spPr>
          <a:xfrm>
            <a:off x="4563848" y="2372201"/>
            <a:ext cx="3162411" cy="0"/>
          </a:xfrm>
          <a:prstGeom prst="line">
            <a:avLst/>
          </a:prstGeom>
          <a:ln w="12700">
            <a:solidFill>
              <a:schemeClr val="accent1">
                <a:alpha val="40000"/>
              </a:schemeClr>
            </a:solidFill>
          </a:ln>
        </p:spPr>
        <p:style>
          <a:lnRef idx="2">
            <a:schemeClr val="accent1"/>
          </a:lnRef>
          <a:fillRef idx="0">
            <a:srgbClr val="FFFFFF"/>
          </a:fillRef>
          <a:effectRef idx="0">
            <a:srgbClr val="FFFFFF"/>
          </a:effectRef>
          <a:fontRef idx="minor">
            <a:schemeClr val="tx1"/>
          </a:fontRef>
        </p:style>
      </p:cxnSp>
      <p:sp>
        <p:nvSpPr>
          <p:cNvPr id="13" name="矩形 12"/>
          <p:cNvSpPr/>
          <p:nvPr>
            <p:custDataLst>
              <p:tags r:id="rId8"/>
            </p:custDataLst>
          </p:nvPr>
        </p:nvSpPr>
        <p:spPr>
          <a:xfrm>
            <a:off x="4557885" y="2494099"/>
            <a:ext cx="3163480" cy="288025"/>
          </a:xfrm>
          <a:prstGeom prst="rect">
            <a:avLst/>
          </a:prstGeom>
          <a:noFill/>
        </p:spPr>
        <p:txBody>
          <a:bodyPr wrap="square" lIns="0" tIns="0" rIns="0" bIns="0" rtlCol="0" anchor="b">
            <a:normAutofit fontScale="90000"/>
          </a:bodyPr>
          <a:p>
            <a:pPr>
              <a:spcBef>
                <a:spcPct val="0"/>
              </a:spcBef>
              <a:spcAft>
                <a:spcPct val="0"/>
              </a:spcAft>
            </a:pPr>
            <a:r>
              <a:rPr lang="en-US" b="1" dirty="0">
                <a:solidFill>
                  <a:schemeClr val="accent1"/>
                </a:solidFill>
                <a:latin typeface="+mj-lt"/>
                <a:sym typeface="+mn-ea"/>
              </a:rPr>
              <a:t>Tối ưu quá trình lưu trữ dữ liệu</a:t>
            </a:r>
            <a:endParaRPr lang="en-US" b="1" dirty="0">
              <a:solidFill>
                <a:schemeClr val="accent1"/>
              </a:solidFill>
              <a:latin typeface="+mj-lt"/>
              <a:sym typeface="+mn-ea"/>
            </a:endParaRPr>
          </a:p>
        </p:txBody>
      </p:sp>
      <p:sp>
        <p:nvSpPr>
          <p:cNvPr id="15" name="矩形 14"/>
          <p:cNvSpPr/>
          <p:nvPr>
            <p:custDataLst>
              <p:tags r:id="rId9"/>
            </p:custDataLst>
          </p:nvPr>
        </p:nvSpPr>
        <p:spPr>
          <a:xfrm>
            <a:off x="4559210" y="2840580"/>
            <a:ext cx="3162411" cy="995284"/>
          </a:xfrm>
          <a:prstGeom prst="rect">
            <a:avLst/>
          </a:prstGeom>
          <a:ln>
            <a:noFill/>
            <a:prstDash val="sysDash"/>
          </a:ln>
        </p:spPr>
        <p:txBody>
          <a:bodyPr vert="horz" wrap="square" lIns="0" tIns="0" rIns="0" bIns="0" rtlCol="0">
            <a:normAutofit lnSpcReduction="10000"/>
          </a:bodyPr>
          <a:p>
            <a:pPr>
              <a:lnSpc>
                <a:spcPct val="150000"/>
              </a:lnSpc>
              <a:spcBef>
                <a:spcPct val="0"/>
              </a:spcBef>
              <a:spcAft>
                <a:spcPct val="0"/>
              </a:spcAft>
            </a:pPr>
            <a:r>
              <a:rPr lang="en-US" sz="1400" dirty="0">
                <a:ln>
                  <a:noFill/>
                  <a:prstDash val="sysDot"/>
                </a:ln>
                <a:solidFill>
                  <a:schemeClr val="tx1">
                    <a:lumMod val="85000"/>
                    <a:lumOff val="15000"/>
                  </a:schemeClr>
                </a:solidFill>
                <a:latin typeface="+mn-lt"/>
                <a:sym typeface="+mn-ea"/>
              </a:rPr>
              <a:t>Có thể nâng cấp ở việc tạo thêm các bảng để có thể tổng hợp dữ liệu sau một khoảng thời gian và lưu lại</a:t>
            </a:r>
            <a:endParaRPr lang="en-US" sz="1400" dirty="0">
              <a:ln>
                <a:noFill/>
                <a:prstDash val="sysDot"/>
              </a:ln>
              <a:solidFill>
                <a:schemeClr val="tx1">
                  <a:lumMod val="85000"/>
                  <a:lumOff val="15000"/>
                </a:schemeClr>
              </a:solidFill>
              <a:latin typeface="+mn-lt"/>
              <a:sym typeface="+mn-ea"/>
            </a:endParaRPr>
          </a:p>
        </p:txBody>
      </p:sp>
      <p:sp>
        <p:nvSpPr>
          <p:cNvPr id="17" name="矩形 16"/>
          <p:cNvSpPr/>
          <p:nvPr>
            <p:custDataLst>
              <p:tags r:id="rId10"/>
            </p:custDataLst>
          </p:nvPr>
        </p:nvSpPr>
        <p:spPr>
          <a:xfrm>
            <a:off x="4556560" y="4065518"/>
            <a:ext cx="3164424" cy="476984"/>
          </a:xfrm>
          <a:prstGeom prst="rect">
            <a:avLst/>
          </a:prstGeom>
          <a:noFill/>
        </p:spPr>
        <p:txBody>
          <a:bodyPr wrap="none" lIns="0" tIns="0" rIns="0" bIns="0" rtlCol="0" anchor="ctr" anchorCtr="0">
            <a:normAutofit fontScale="70000"/>
          </a:bodyPr>
          <a:p>
            <a:pPr>
              <a:spcBef>
                <a:spcPct val="0"/>
              </a:spcBef>
              <a:spcAft>
                <a:spcPct val="0"/>
              </a:spcAft>
            </a:pPr>
            <a:r>
              <a:rPr lang="en-US" sz="4000" dirty="0">
                <a:solidFill>
                  <a:schemeClr val="accent1">
                    <a:alpha val="42000"/>
                  </a:schemeClr>
                </a:solidFill>
                <a:sym typeface="+mn-lt"/>
              </a:rPr>
              <a:t>03</a:t>
            </a:r>
            <a:endParaRPr lang="en-US" sz="4000" dirty="0">
              <a:solidFill>
                <a:schemeClr val="accent1">
                  <a:alpha val="42000"/>
                </a:schemeClr>
              </a:solidFill>
              <a:sym typeface="+mn-lt"/>
            </a:endParaRPr>
          </a:p>
        </p:txBody>
      </p:sp>
      <p:cxnSp>
        <p:nvCxnSpPr>
          <p:cNvPr id="38" name="直接连接符 37"/>
          <p:cNvCxnSpPr/>
          <p:nvPr>
            <p:custDataLst>
              <p:tags r:id="rId11"/>
            </p:custDataLst>
          </p:nvPr>
        </p:nvCxnSpPr>
        <p:spPr>
          <a:xfrm>
            <a:off x="4563185" y="4650494"/>
            <a:ext cx="3162411" cy="0"/>
          </a:xfrm>
          <a:prstGeom prst="line">
            <a:avLst/>
          </a:prstGeom>
          <a:ln w="12700">
            <a:solidFill>
              <a:schemeClr val="accent1">
                <a:alpha val="40000"/>
              </a:schemeClr>
            </a:solidFill>
          </a:ln>
        </p:spPr>
        <p:style>
          <a:lnRef idx="2">
            <a:schemeClr val="accent1"/>
          </a:lnRef>
          <a:fillRef idx="0">
            <a:srgbClr val="FFFFFF"/>
          </a:fillRef>
          <a:effectRef idx="0">
            <a:srgbClr val="FFFFFF"/>
          </a:effectRef>
          <a:fontRef idx="minor">
            <a:schemeClr val="tx1"/>
          </a:fontRef>
        </p:style>
      </p:cxnSp>
      <p:sp>
        <p:nvSpPr>
          <p:cNvPr id="21" name="矩形 20"/>
          <p:cNvSpPr/>
          <p:nvPr>
            <p:custDataLst>
              <p:tags r:id="rId12"/>
            </p:custDataLst>
          </p:nvPr>
        </p:nvSpPr>
        <p:spPr>
          <a:xfrm>
            <a:off x="4557223" y="4772392"/>
            <a:ext cx="3163480" cy="288025"/>
          </a:xfrm>
          <a:prstGeom prst="rect">
            <a:avLst/>
          </a:prstGeom>
          <a:noFill/>
        </p:spPr>
        <p:txBody>
          <a:bodyPr wrap="square" lIns="0" tIns="0" rIns="0" bIns="0" rtlCol="0" anchor="b">
            <a:normAutofit fontScale="90000"/>
          </a:bodyPr>
          <a:p>
            <a:pPr>
              <a:spcBef>
                <a:spcPct val="0"/>
              </a:spcBef>
              <a:spcAft>
                <a:spcPct val="0"/>
              </a:spcAft>
            </a:pPr>
            <a:r>
              <a:rPr lang="en-US" b="1" dirty="0">
                <a:solidFill>
                  <a:schemeClr val="accent1"/>
                </a:solidFill>
                <a:latin typeface="+mj-lt"/>
                <a:sym typeface="+mn-ea"/>
              </a:rPr>
              <a:t>Phân chia quyền truy cập</a:t>
            </a:r>
            <a:endParaRPr lang="en-US" b="1" dirty="0">
              <a:solidFill>
                <a:schemeClr val="accent1"/>
              </a:solidFill>
              <a:latin typeface="+mj-lt"/>
              <a:sym typeface="+mn-ea"/>
            </a:endParaRPr>
          </a:p>
        </p:txBody>
      </p:sp>
      <p:sp>
        <p:nvSpPr>
          <p:cNvPr id="23" name="矩形 22"/>
          <p:cNvSpPr/>
          <p:nvPr>
            <p:custDataLst>
              <p:tags r:id="rId13"/>
            </p:custDataLst>
          </p:nvPr>
        </p:nvSpPr>
        <p:spPr>
          <a:xfrm>
            <a:off x="4558548" y="5118873"/>
            <a:ext cx="3162411" cy="995284"/>
          </a:xfrm>
          <a:prstGeom prst="rect">
            <a:avLst/>
          </a:prstGeom>
          <a:noFill/>
          <a:ln>
            <a:noFill/>
            <a:prstDash val="sysDash"/>
          </a:ln>
        </p:spPr>
        <p:txBody>
          <a:bodyPr vert="horz" wrap="square" lIns="0" tIns="0" rIns="0" bIns="0" rtlCol="0">
            <a:normAutofit/>
          </a:bodyPr>
          <a:p>
            <a:pPr>
              <a:lnSpc>
                <a:spcPct val="150000"/>
              </a:lnSpc>
              <a:spcBef>
                <a:spcPct val="0"/>
              </a:spcBef>
              <a:spcAft>
                <a:spcPct val="0"/>
              </a:spcAft>
            </a:pPr>
            <a:r>
              <a:rPr lang="en-US" sz="1400" dirty="0">
                <a:ln>
                  <a:noFill/>
                  <a:prstDash val="sysDot"/>
                </a:ln>
                <a:solidFill>
                  <a:schemeClr val="tx1">
                    <a:lumMod val="85000"/>
                    <a:lumOff val="15000"/>
                  </a:schemeClr>
                </a:solidFill>
                <a:latin typeface="+mn-lt"/>
                <a:sym typeface="+mn-ea"/>
              </a:rPr>
              <a:t>Một người thuê nhưng sẽ có nhiều người cùng với chủ thuê xem được thông tin</a:t>
            </a:r>
            <a:endParaRPr lang="en-US" sz="1400" dirty="0">
              <a:ln>
                <a:noFill/>
                <a:prstDash val="sysDot"/>
              </a:ln>
              <a:solidFill>
                <a:schemeClr val="tx1">
                  <a:lumMod val="85000"/>
                  <a:lumOff val="15000"/>
                </a:schemeClr>
              </a:solidFill>
              <a:latin typeface="+mn-lt"/>
              <a:sym typeface="+mn-ea"/>
            </a:endParaRPr>
          </a:p>
        </p:txBody>
      </p:sp>
      <p:sp>
        <p:nvSpPr>
          <p:cNvPr id="24" name="矩形 23"/>
          <p:cNvSpPr/>
          <p:nvPr>
            <p:custDataLst>
              <p:tags r:id="rId14"/>
            </p:custDataLst>
          </p:nvPr>
        </p:nvSpPr>
        <p:spPr>
          <a:xfrm>
            <a:off x="8626218" y="1787887"/>
            <a:ext cx="3164425" cy="476984"/>
          </a:xfrm>
          <a:prstGeom prst="rect">
            <a:avLst/>
          </a:prstGeom>
          <a:noFill/>
        </p:spPr>
        <p:txBody>
          <a:bodyPr wrap="none" lIns="0" tIns="0" rIns="0" bIns="0" rtlCol="0" anchor="ctr" anchorCtr="0">
            <a:normAutofit fontScale="70000"/>
          </a:bodyPr>
          <a:p>
            <a:pPr>
              <a:spcBef>
                <a:spcPct val="0"/>
              </a:spcBef>
              <a:spcAft>
                <a:spcPct val="0"/>
              </a:spcAft>
            </a:pPr>
            <a:r>
              <a:rPr lang="en-US" sz="4000" dirty="0">
                <a:solidFill>
                  <a:schemeClr val="accent1">
                    <a:alpha val="42000"/>
                  </a:schemeClr>
                </a:solidFill>
                <a:sym typeface="+mn-lt"/>
              </a:rPr>
              <a:t>02</a:t>
            </a:r>
            <a:endParaRPr lang="en-US" sz="4000" dirty="0">
              <a:solidFill>
                <a:schemeClr val="accent1">
                  <a:alpha val="42000"/>
                </a:schemeClr>
              </a:solidFill>
              <a:sym typeface="+mn-lt"/>
            </a:endParaRPr>
          </a:p>
        </p:txBody>
      </p:sp>
      <p:cxnSp>
        <p:nvCxnSpPr>
          <p:cNvPr id="43" name="直接连接符 42"/>
          <p:cNvCxnSpPr/>
          <p:nvPr>
            <p:custDataLst>
              <p:tags r:id="rId15"/>
            </p:custDataLst>
          </p:nvPr>
        </p:nvCxnSpPr>
        <p:spPr>
          <a:xfrm>
            <a:off x="8632843" y="2372201"/>
            <a:ext cx="3162411" cy="0"/>
          </a:xfrm>
          <a:prstGeom prst="line">
            <a:avLst/>
          </a:prstGeom>
          <a:ln w="12700">
            <a:solidFill>
              <a:schemeClr val="accent1">
                <a:alpha val="40000"/>
              </a:schemeClr>
            </a:solidFill>
          </a:ln>
        </p:spPr>
        <p:style>
          <a:lnRef idx="2">
            <a:schemeClr val="accent1"/>
          </a:lnRef>
          <a:fillRef idx="0">
            <a:srgbClr val="FFFFFF"/>
          </a:fillRef>
          <a:effectRef idx="0">
            <a:srgbClr val="FFFFFF"/>
          </a:effectRef>
          <a:fontRef idx="minor">
            <a:schemeClr val="tx1"/>
          </a:fontRef>
        </p:style>
      </p:cxnSp>
      <p:sp>
        <p:nvSpPr>
          <p:cNvPr id="25" name="矩形 24"/>
          <p:cNvSpPr/>
          <p:nvPr>
            <p:custDataLst>
              <p:tags r:id="rId16"/>
            </p:custDataLst>
          </p:nvPr>
        </p:nvSpPr>
        <p:spPr>
          <a:xfrm>
            <a:off x="8627543" y="2494099"/>
            <a:ext cx="3163480" cy="288025"/>
          </a:xfrm>
          <a:prstGeom prst="rect">
            <a:avLst/>
          </a:prstGeom>
          <a:noFill/>
        </p:spPr>
        <p:txBody>
          <a:bodyPr wrap="square" lIns="0" tIns="0" rIns="0" bIns="0" rtlCol="0" anchor="b">
            <a:noAutofit/>
          </a:bodyPr>
          <a:p>
            <a:pPr>
              <a:spcBef>
                <a:spcPct val="0"/>
              </a:spcBef>
              <a:spcAft>
                <a:spcPct val="0"/>
              </a:spcAft>
            </a:pPr>
            <a:r>
              <a:rPr lang="en-US" sz="1500" b="1" dirty="0">
                <a:solidFill>
                  <a:schemeClr val="accent1"/>
                </a:solidFill>
                <a:latin typeface="+mj-lt"/>
                <a:sym typeface="+mn-ea"/>
              </a:rPr>
              <a:t>Nâng cấp tiện ích cho người dùng</a:t>
            </a:r>
            <a:endParaRPr lang="en-US" sz="1500" b="1" dirty="0">
              <a:solidFill>
                <a:schemeClr val="accent1"/>
              </a:solidFill>
              <a:latin typeface="+mj-lt"/>
              <a:sym typeface="+mn-ea"/>
            </a:endParaRPr>
          </a:p>
        </p:txBody>
      </p:sp>
      <p:sp>
        <p:nvSpPr>
          <p:cNvPr id="26" name="矩形 25"/>
          <p:cNvSpPr/>
          <p:nvPr>
            <p:custDataLst>
              <p:tags r:id="rId17"/>
            </p:custDataLst>
          </p:nvPr>
        </p:nvSpPr>
        <p:spPr>
          <a:xfrm>
            <a:off x="8628206" y="2840580"/>
            <a:ext cx="3162411" cy="995284"/>
          </a:xfrm>
          <a:prstGeom prst="rect">
            <a:avLst/>
          </a:prstGeom>
          <a:ln>
            <a:noFill/>
            <a:prstDash val="sysDash"/>
          </a:ln>
        </p:spPr>
        <p:txBody>
          <a:bodyPr vert="horz" wrap="square" lIns="0" tIns="0" rIns="0" bIns="0" rtlCol="0">
            <a:normAutofit/>
          </a:bodyPr>
          <a:p>
            <a:pPr>
              <a:lnSpc>
                <a:spcPct val="150000"/>
              </a:lnSpc>
              <a:spcBef>
                <a:spcPct val="0"/>
              </a:spcBef>
              <a:spcAft>
                <a:spcPct val="0"/>
              </a:spcAft>
            </a:pPr>
            <a:r>
              <a:rPr lang="en-US" sz="1400" dirty="0">
                <a:ln>
                  <a:noFill/>
                  <a:prstDash val="sysDot"/>
                </a:ln>
                <a:solidFill>
                  <a:schemeClr val="tx1">
                    <a:lumMod val="85000"/>
                    <a:lumOff val="15000"/>
                  </a:schemeClr>
                </a:solidFill>
                <a:latin typeface="+mn-lt"/>
                <a:sym typeface="+mn-ea"/>
              </a:rPr>
              <a:t>Có thể thay đổi việc định danh User - Device (1-1) thành (1-N)</a:t>
            </a:r>
            <a:endParaRPr lang="en-US" sz="1400" dirty="0">
              <a:ln>
                <a:noFill/>
                <a:prstDash val="sysDot"/>
              </a:ln>
              <a:solidFill>
                <a:schemeClr val="tx1">
                  <a:lumMod val="85000"/>
                  <a:lumOff val="15000"/>
                </a:schemeClr>
              </a:solidFill>
              <a:latin typeface="+mn-lt"/>
              <a:sym typeface="+mn-ea"/>
            </a:endParaRPr>
          </a:p>
        </p:txBody>
      </p:sp>
      <p:sp>
        <p:nvSpPr>
          <p:cNvPr id="27" name="矩形 26"/>
          <p:cNvSpPr/>
          <p:nvPr>
            <p:custDataLst>
              <p:tags r:id="rId18"/>
            </p:custDataLst>
          </p:nvPr>
        </p:nvSpPr>
        <p:spPr>
          <a:xfrm>
            <a:off x="8626218" y="4065518"/>
            <a:ext cx="3164425" cy="476984"/>
          </a:xfrm>
          <a:prstGeom prst="rect">
            <a:avLst/>
          </a:prstGeom>
          <a:noFill/>
        </p:spPr>
        <p:txBody>
          <a:bodyPr wrap="none" lIns="0" tIns="0" rIns="0" bIns="0" rtlCol="0" anchor="ctr" anchorCtr="0">
            <a:normAutofit fontScale="70000"/>
          </a:bodyPr>
          <a:p>
            <a:pPr>
              <a:spcBef>
                <a:spcPct val="0"/>
              </a:spcBef>
              <a:spcAft>
                <a:spcPct val="0"/>
              </a:spcAft>
            </a:pPr>
            <a:r>
              <a:rPr lang="en-US" sz="4000" dirty="0">
                <a:solidFill>
                  <a:schemeClr val="accent1">
                    <a:alpha val="42000"/>
                  </a:schemeClr>
                </a:solidFill>
                <a:sym typeface="+mn-lt"/>
              </a:rPr>
              <a:t>04</a:t>
            </a:r>
            <a:endParaRPr lang="en-US" sz="4000" dirty="0">
              <a:solidFill>
                <a:schemeClr val="accent1">
                  <a:alpha val="42000"/>
                </a:schemeClr>
              </a:solidFill>
              <a:sym typeface="+mn-lt"/>
            </a:endParaRPr>
          </a:p>
        </p:txBody>
      </p:sp>
      <p:cxnSp>
        <p:nvCxnSpPr>
          <p:cNvPr id="48" name="直接连接符 47"/>
          <p:cNvCxnSpPr/>
          <p:nvPr>
            <p:custDataLst>
              <p:tags r:id="rId19"/>
            </p:custDataLst>
          </p:nvPr>
        </p:nvCxnSpPr>
        <p:spPr>
          <a:xfrm>
            <a:off x="8632843" y="4650494"/>
            <a:ext cx="3162411" cy="0"/>
          </a:xfrm>
          <a:prstGeom prst="line">
            <a:avLst/>
          </a:prstGeom>
          <a:ln w="12700">
            <a:solidFill>
              <a:schemeClr val="accent1">
                <a:alpha val="40000"/>
              </a:schemeClr>
            </a:solidFill>
          </a:ln>
        </p:spPr>
        <p:style>
          <a:lnRef idx="2">
            <a:schemeClr val="accent1"/>
          </a:lnRef>
          <a:fillRef idx="0">
            <a:srgbClr val="FFFFFF"/>
          </a:fillRef>
          <a:effectRef idx="0">
            <a:srgbClr val="FFFFFF"/>
          </a:effectRef>
          <a:fontRef idx="minor">
            <a:schemeClr val="tx1"/>
          </a:fontRef>
        </p:style>
      </p:cxnSp>
      <p:sp>
        <p:nvSpPr>
          <p:cNvPr id="28" name="矩形 27"/>
          <p:cNvSpPr/>
          <p:nvPr>
            <p:custDataLst>
              <p:tags r:id="rId20"/>
            </p:custDataLst>
          </p:nvPr>
        </p:nvSpPr>
        <p:spPr>
          <a:xfrm>
            <a:off x="8627543" y="4772392"/>
            <a:ext cx="3163480" cy="288025"/>
          </a:xfrm>
          <a:prstGeom prst="rect">
            <a:avLst/>
          </a:prstGeom>
          <a:noFill/>
        </p:spPr>
        <p:txBody>
          <a:bodyPr wrap="square" lIns="0" tIns="0" rIns="0" bIns="0" rtlCol="0" anchor="b">
            <a:normAutofit fontScale="90000"/>
          </a:bodyPr>
          <a:p>
            <a:pPr>
              <a:spcBef>
                <a:spcPct val="0"/>
              </a:spcBef>
              <a:spcAft>
                <a:spcPct val="0"/>
              </a:spcAft>
            </a:pPr>
            <a:r>
              <a:rPr lang="en-US" b="1" dirty="0">
                <a:solidFill>
                  <a:schemeClr val="accent1"/>
                </a:solidFill>
                <a:latin typeface="+mj-lt"/>
                <a:sym typeface="+mn-ea"/>
              </a:rPr>
              <a:t>Your title here</a:t>
            </a:r>
            <a:endParaRPr lang="en-US" b="1" dirty="0">
              <a:solidFill>
                <a:schemeClr val="accent1"/>
              </a:solidFill>
              <a:latin typeface="+mj-lt"/>
              <a:sym typeface="+mn-ea"/>
            </a:endParaRPr>
          </a:p>
        </p:txBody>
      </p:sp>
      <p:sp>
        <p:nvSpPr>
          <p:cNvPr id="29" name="矩形 28"/>
          <p:cNvSpPr/>
          <p:nvPr>
            <p:custDataLst>
              <p:tags r:id="rId21"/>
            </p:custDataLst>
          </p:nvPr>
        </p:nvSpPr>
        <p:spPr>
          <a:xfrm>
            <a:off x="8626881" y="5118873"/>
            <a:ext cx="3162411" cy="995284"/>
          </a:xfrm>
          <a:prstGeom prst="rect">
            <a:avLst/>
          </a:prstGeom>
          <a:ln>
            <a:noFill/>
            <a:prstDash val="sysDash"/>
          </a:ln>
        </p:spPr>
        <p:txBody>
          <a:bodyPr vert="horz" wrap="square" lIns="0" tIns="0" rIns="0" bIns="0" rtlCol="0">
            <a:normAutofit/>
          </a:bodyPr>
          <a:p>
            <a:pPr>
              <a:lnSpc>
                <a:spcPct val="150000"/>
              </a:lnSpc>
              <a:spcBef>
                <a:spcPct val="0"/>
              </a:spcBef>
              <a:spcAft>
                <a:spcPct val="0"/>
              </a:spcAft>
            </a:pPr>
            <a:r>
              <a:rPr lang="en-US" sz="1400" dirty="0">
                <a:ln>
                  <a:noFill/>
                  <a:prstDash val="sysDot"/>
                </a:ln>
                <a:solidFill>
                  <a:schemeClr val="tx1">
                    <a:lumMod val="85000"/>
                    <a:lumOff val="15000"/>
                  </a:schemeClr>
                </a:solidFill>
                <a:latin typeface="+mn-lt"/>
                <a:sym typeface="+mn-ea"/>
              </a:rPr>
              <a:t>Presentations are communication tools</a:t>
            </a:r>
            <a:endParaRPr lang="en-US" sz="1400" dirty="0">
              <a:ln>
                <a:noFill/>
                <a:prstDash val="sysDot"/>
              </a:ln>
              <a:solidFill>
                <a:schemeClr val="tx1">
                  <a:lumMod val="85000"/>
                  <a:lumOff val="15000"/>
                </a:schemeClr>
              </a:solidFill>
              <a:sym typeface="+mn-ea"/>
            </a:endParaRPr>
          </a:p>
        </p:txBody>
      </p:sp>
    </p:spTree>
    <p:custDataLst>
      <p:tags r:id="rId2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idx="9"/>
            <p:custDataLst>
              <p:tags r:id="rId1"/>
            </p:custDataLst>
          </p:nvPr>
        </p:nvSpPr>
        <p:spPr/>
        <p:txBody>
          <a:bodyPr/>
          <a:lstStyle/>
          <a:p>
            <a:r>
              <a:rPr lang="en-US"/>
              <a:t>An ProVip</a:t>
            </a:r>
            <a:endParaRPr lang="en-US"/>
          </a:p>
        </p:txBody>
      </p:sp>
      <p:sp>
        <p:nvSpPr>
          <p:cNvPr id="7" name="标题 6"/>
          <p:cNvSpPr>
            <a:spLocks noGrp="1"/>
          </p:cNvSpPr>
          <p:nvPr>
            <p:ph type="title" idx="8"/>
            <p:custDataLst>
              <p:tags r:id="rId2"/>
            </p:custDataLst>
          </p:nvPr>
        </p:nvSpPr>
        <p:spPr/>
        <p:txBody>
          <a:bodyPr/>
          <a:lstStyle/>
          <a:p>
            <a:r>
              <a:rPr lang="en-US">
                <a:latin typeface="+mj-lt"/>
              </a:rPr>
              <a:t>Thank You</a:t>
            </a:r>
            <a:endParaRPr lang="en-US">
              <a:latin typeface="+mj-lt"/>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f*1"/>
  <p:tag name="KSO_WM_UNIT_LAYERLEVEL" val="1"/>
  <p:tag name="KSO_WM_TAG_VERSION" val="3.0"/>
  <p:tag name="KSO_WM_BEAUTIFY_FLAG" val="#wm#"/>
</p:tagLst>
</file>

<file path=ppt/tags/tag3.xml><?xml version="1.0" encoding="utf-8"?>
<p:tagLst xmlns:p="http://schemas.openxmlformats.org/presentationml/2006/main">
  <p:tag name="KSO_WM_UNIT_ISCONTENTSTITLE" val="0"/>
  <p:tag name="KSO_WM_UNIT_ISNUMDGMTITLE" val="0"/>
  <p:tag name="KSO_WM_UNIT_PRESET_TEXT" val="Click to add subtitle"/>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_1*b*1"/>
  <p:tag name="KSO_WM_UNIT_LAYERLEVEL" val="1"/>
  <p:tag name="KSO_WM_TAG_VERSION" val="3.0"/>
  <p:tag name="KSO_WM_BEAUTIFY_FLAG" val="#wm#"/>
</p:tagLst>
</file>

<file path=ppt/tags/tag4.xml><?xml version="1.0" encoding="utf-8"?>
<p:tagLst xmlns:p="http://schemas.openxmlformats.org/presentationml/2006/main">
  <p:tag name="KSO_WM_UNIT_ISCONTENTSTITLE" val="0"/>
  <p:tag name="KSO_WM_UNIT_ISNUMDGMTITLE" val="0"/>
  <p:tag name="KSO_WM_UNIT_PRESET_TEXT" val="单击此处&#10;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2"/>
  <p:tag name="KSO_WM_UNIT_ID" val="_1*i*2"/>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2*i*2"/>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2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23.xml><?xml version="1.0" encoding="utf-8"?>
<p:tagLst xmlns:p="http://schemas.openxmlformats.org/presentationml/2006/main">
  <p:tag name="KSO_WM_UNIT_ISCONTENTSTITLE" val="1"/>
  <p:tag name="KSO_WM_UNIT_ISNUMDGMTITLE" val="0"/>
  <p:tag name="KSO_WM_UNIT_PRESET_TEXT" val="单击此处编辑标题"/>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9.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CONTENT_GROUP_TYPE" val="contentchip"/>
  <p:tag name="KSO_WM_UNIT_TYPE" val="e"/>
  <p:tag name="KSO_WM_UNIT_INDEX" val="1"/>
  <p:tag name="KSO_WM_UNIT_ID" val="_4*e*1"/>
  <p:tag name="KSO_WM_UNIT_LAYERLEVEL" val="1"/>
  <p:tag name="KSO_WM_TAG_VERSION" val="3.0"/>
  <p:tag name="KSO_WM_BEAUTIFY_FLAG" val="#wm#"/>
</p:tagLst>
</file>

<file path=ppt/tags/tag30.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4*a*1"/>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5*i*2"/>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86"/>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4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86"/>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45.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47.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10*i*2"/>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65.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67.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1*f*1"/>
  <p:tag name="KSO_WM_UNIT_LAYERLEVEL" val="1"/>
  <p:tag name="KSO_WM_TAG_VERSION" val="3.0"/>
  <p:tag name="KSO_WM_BEAUTIFY_FLAG" val="#wm#"/>
</p:tagLst>
</file>

<file path=ppt/tags/tag68.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1*a*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2"/>
  <p:tag name="KSO_WM_UNIT_ID" val="_11*i*2"/>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0*i*2"/>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84"/>
</p:tagLst>
</file>

<file path=ppt/tags/tag85.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84"/>
</p:tagLst>
</file>

<file path=ppt/tags/tag86.xml><?xml version="1.0" encoding="utf-8"?>
<p:tagLst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84"/>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0*i*2"/>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84"/>
</p:tagLst>
</file>

<file path=ppt/tags/tag97.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84"/>
</p:tagLst>
</file>

<file path=ppt/tags/tag98.xml><?xml version="1.0" encoding="utf-8"?>
<p:tagLst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84"/>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0*i*2"/>
  <p:tag name="KSO_WM_UNIT_LAYERLEVEL" val="1"/>
  <p:tag name="KSO_WM_TAG_VERSION" val="3.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0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84"/>
</p:tagLst>
</file>

<file path=ppt/tags/tag109.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84"/>
</p:tagLst>
</file>

<file path=ppt/tags/tag110.xml><?xml version="1.0" encoding="utf-8"?>
<p:tagLst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84"/>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0*i*2"/>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84"/>
</p:tagLst>
</file>

<file path=ppt/tags/tag121.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84"/>
</p:tagLst>
</file>

<file path=ppt/tags/tag122.xml><?xml version="1.0" encoding="utf-8"?>
<p:tagLst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84"/>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0*i*2"/>
  <p:tag name="KSO_WM_UNIT_LAYERLEVEL" val="1"/>
  <p:tag name="KSO_WM_TAG_VERSION" val="3.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84"/>
</p:tagLst>
</file>

<file path=ppt/tags/tag133.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84"/>
</p:tagLst>
</file>

<file path=ppt/tags/tag134.xml><?xml version="1.0" encoding="utf-8"?>
<p:tagLst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84"/>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CONTENT_GROUP_TYPE" val="titlestyle"/>
  <p:tag name="KSO_WM_UNIT_TYPE" val="i"/>
  <p:tag name="KSO_WM_UNIT_INDEX" val="2"/>
  <p:tag name="KSO_WM_UNIT_ID" val="_0*i*2"/>
  <p:tag name="KSO_WM_UNIT_LAYERLEVEL" val="1"/>
  <p:tag name="KSO_WM_TAG_VERSION" val="3.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84"/>
</p:tagLst>
</file>

<file path=ppt/tags/tag145.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84"/>
</p:tagLst>
</file>

<file path=ppt/tags/tag146.xml><?xml version="1.0" encoding="utf-8"?>
<p:tagLst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84"/>
</p:tagLst>
</file>

<file path=ppt/tags/tag147.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custom20237984_1*f*1"/>
  <p:tag name="KSO_WM_TEMPLATE_CATEGORY" val="custom"/>
  <p:tag name="KSO_WM_TEMPLATE_INDEX" val="20237984"/>
  <p:tag name="KSO_WM_UNIT_LAYERLEVEL" val="1"/>
  <p:tag name="KSO_WM_TAG_VERSION" val="3.0"/>
  <p:tag name="KSO_WM_BEAUTIFY_FLAG" val="#wm#"/>
  <p:tag name="KSO_WM_UNIT_PRESET_TEXT" val="Name"/>
</p:tagLst>
</file>

<file path=ppt/tags/tag148.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custom20237984_1*b*1"/>
  <p:tag name="KSO_WM_TEMPLATE_CATEGORY" val="custom"/>
  <p:tag name="KSO_WM_TEMPLATE_INDEX" val="20237984"/>
  <p:tag name="KSO_WM_UNIT_LAYERLEVEL" val="1"/>
  <p:tag name="KSO_WM_TAG_VERSION" val="3.0"/>
  <p:tag name="KSO_WM_BEAUTIFY_FLAG" val="#wm#"/>
  <p:tag name="KSO_WM_UNIT_PRESET_TEXT" val="Click to add subtitle"/>
</p:tagLst>
</file>

<file path=ppt/tags/tag14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7984_1*a*1"/>
  <p:tag name="KSO_WM_TEMPLATE_CATEGORY" val="custom"/>
  <p:tag name="KSO_WM_TEMPLATE_INDEX" val="20237984"/>
  <p:tag name="KSO_WM_UNIT_LAYERLEVEL" val="1"/>
  <p:tag name="KSO_WM_TAG_VERSION" val="3.0"/>
  <p:tag name="KSO_WM_BEAUTIFY_FLAG" val="#wm#"/>
  <p:tag name="KSO_WM_UNIT_PRESET_TEXT" val="The title goes here"/>
</p:tagLst>
</file>

<file path=ppt/tags/tag150.xml><?xml version="1.0" encoding="utf-8"?>
<p:tagLst xmlns:p="http://schemas.openxmlformats.org/presentationml/2006/main">
  <p:tag name="KSO_WM_SPECIAL_SOURCE" val="bdnull"/>
  <p:tag name="KSO_WM_TEMPLATE_THUMBS_INDEX" val="1、9"/>
  <p:tag name="KSO_WM_SLIDE_CONTENT_AREA" val="{&quot;left&quot;:&quot;67.6&quot;,&quot;top&quot;:&quot;105.7&quot;,&quot;width&quot;:&quot;576.4&quot;,&quot;height&quot;:&quot;343.95&quot;}"/>
  <p:tag name="KSO_WM_SLIDE_ID" val="custom20237984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7984"/>
  <p:tag name="KSO_WM_SLIDE_LAYOUT" val="a_b_f"/>
  <p:tag name="KSO_WM_SLIDE_LAYOUT_CNT" val="1_1_1"/>
</p:tagLst>
</file>

<file path=ppt/tags/tag151.xml><?xml version="1.0" encoding="utf-8"?>
<p:tagLst xmlns:p="http://schemas.openxmlformats.org/presentationml/2006/main">
  <p:tag name="KSO_WM_UNIT_ISCONTENTSTITLE" val="1"/>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7984_3*a*1"/>
  <p:tag name="KSO_WM_TEMPLATE_CATEGORY" val="custom"/>
  <p:tag name="KSO_WM_TEMPLATE_INDEX" val="20237984"/>
  <p:tag name="KSO_WM_UNIT_LAYERLEVEL" val="1"/>
  <p:tag name="KSO_WM_TAG_VERSION" val="3.0"/>
  <p:tag name="KSO_WM_BEAUTIFY_FLAG" val="#wm#"/>
  <p:tag name="KSO_WM_UNIT_PRESET_TEXT" val="Contents "/>
  <p:tag name="KSO_WM_UNIT_USESOURCEFORMAT_APPLY" val="0"/>
</p:tagLst>
</file>

<file path=ppt/tags/tag152.xml><?xml version="1.0" encoding="utf-8"?>
<p:tagLst xmlns:p="http://schemas.openxmlformats.org/presentationml/2006/main">
  <p:tag name="KSO_WM_DIAGRAM_MAX_ITEMCNT" val="6"/>
  <p:tag name="KSO_WM_DIAGRAM_MIN_ITEMCNT" val="2"/>
  <p:tag name="KSO_WM_DIAGRAM_VIRTUALLY_FRAME" val="{&quot;height&quot;:322.1000061035156,&quot;left&quot;:89.17809802918919,&quot;top&quot;:142.3499969482422,&quot;width&quot;:796.15002441406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37984_3*l_h_i*1_2_1"/>
  <p:tag name="KSO_WM_TEMPLATE_CATEGORY" val="custom"/>
  <p:tag name="KSO_WM_TEMPLATE_INDEX" val="20237984"/>
  <p:tag name="KSO_WM_UNIT_LAYERLEVEL" val="1_1_1"/>
  <p:tag name="KSO_WM_TAG_VERSION" val="3.0"/>
  <p:tag name="KSO_WM_BEAUTIFY_FLAG" val="#wm#"/>
  <p:tag name="KSO_WM_UNIT_PRESET_TEXT" val="02"/>
  <p:tag name="KSO_WM_UNIT_USESOURCEFORMAT_APPLY" val="0"/>
</p:tagLst>
</file>

<file path=ppt/tags/tag153.xml><?xml version="1.0" encoding="utf-8"?>
<p:tagLst xmlns:p="http://schemas.openxmlformats.org/presentationml/2006/main">
  <p:tag name="KSO_WM_DIAGRAM_MAX_ITEMCNT" val="6"/>
  <p:tag name="KSO_WM_DIAGRAM_MIN_ITEMCNT" val="2"/>
  <p:tag name="KSO_WM_DIAGRAM_VIRTUALLY_FRAME" val="{&quot;height&quot;:322.1000061035156,&quot;left&quot;:89.17809802918919,&quot;top&quot;:142.3499969482422,&quot;width&quot;:796.15002441406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37984_3*l_h_f*1_2_1"/>
  <p:tag name="KSO_WM_TEMPLATE_CATEGORY" val="custom"/>
  <p:tag name="KSO_WM_TEMPLATE_INDEX" val="20237984"/>
  <p:tag name="KSO_WM_UNIT_LAYERLEVEL" val="1_1_1"/>
  <p:tag name="KSO_WM_TAG_VERSION" val="3.0"/>
  <p:tag name="KSO_WM_BEAUTIFY_FLAG" val="#wm#"/>
  <p:tag name="KSO_WM_UNIT_PRESET_TEXT" val="Your title here"/>
  <p:tag name="KSO_WM_UNIT_USESOURCEFORMAT_APPLY" val="0"/>
</p:tagLst>
</file>

<file path=ppt/tags/tag154.xml><?xml version="1.0" encoding="utf-8"?>
<p:tagLst xmlns:p="http://schemas.openxmlformats.org/presentationml/2006/main">
  <p:tag name="KSO_WM_DIAGRAM_MAX_ITEMCNT" val="6"/>
  <p:tag name="KSO_WM_DIAGRAM_MIN_ITEMCNT" val="2"/>
  <p:tag name="KSO_WM_DIAGRAM_VIRTUALLY_FRAME" val="{&quot;height&quot;:322.1000061035156,&quot;left&quot;:89.17809802918919,&quot;top&quot;:142.3499969482422,&quot;width&quot;:796.15002441406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37984_3*l_h_i*1_1_1"/>
  <p:tag name="KSO_WM_TEMPLATE_CATEGORY" val="custom"/>
  <p:tag name="KSO_WM_TEMPLATE_INDEX" val="20237984"/>
  <p:tag name="KSO_WM_UNIT_LAYERLEVEL" val="1_1_1"/>
  <p:tag name="KSO_WM_TAG_VERSION" val="3.0"/>
  <p:tag name="KSO_WM_BEAUTIFY_FLAG" val="#wm#"/>
  <p:tag name="KSO_WM_UNIT_PRESET_TEXT" val="01"/>
  <p:tag name="KSO_WM_UNIT_USESOURCEFORMAT_APPLY" val="0"/>
</p:tagLst>
</file>

<file path=ppt/tags/tag155.xml><?xml version="1.0" encoding="utf-8"?>
<p:tagLst xmlns:p="http://schemas.openxmlformats.org/presentationml/2006/main">
  <p:tag name="KSO_WM_DIAGRAM_MAX_ITEMCNT" val="6"/>
  <p:tag name="KSO_WM_DIAGRAM_MIN_ITEMCNT" val="2"/>
  <p:tag name="KSO_WM_DIAGRAM_VIRTUALLY_FRAME" val="{&quot;height&quot;:322.1000061035156,&quot;left&quot;:89.17809802918919,&quot;top&quot;:142.3499969482422,&quot;width&quot;:796.15002441406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37984_3*l_h_f*1_1_1"/>
  <p:tag name="KSO_WM_TEMPLATE_CATEGORY" val="custom"/>
  <p:tag name="KSO_WM_TEMPLATE_INDEX" val="20237984"/>
  <p:tag name="KSO_WM_UNIT_LAYERLEVEL" val="1_1_1"/>
  <p:tag name="KSO_WM_TAG_VERSION" val="3.0"/>
  <p:tag name="KSO_WM_BEAUTIFY_FLAG" val="#wm#"/>
  <p:tag name="KSO_WM_UNIT_PRESET_TEXT" val="Your title here"/>
  <p:tag name="KSO_WM_UNIT_USESOURCEFORMAT_APPLY" val="0"/>
</p:tagLst>
</file>

<file path=ppt/tags/tag156.xml><?xml version="1.0" encoding="utf-8"?>
<p:tagLst xmlns:p="http://schemas.openxmlformats.org/presentationml/2006/main">
  <p:tag name="KSO_WM_DIAGRAM_MAX_ITEMCNT" val="6"/>
  <p:tag name="KSO_WM_DIAGRAM_MIN_ITEMCNT" val="2"/>
  <p:tag name="KSO_WM_DIAGRAM_VIRTUALLY_FRAME" val="{&quot;height&quot;:322.1000061035156,&quot;left&quot;:89.17809802918919,&quot;top&quot;:142.3499969482422,&quot;width&quot;:796.15002441406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37984_3*l_h_i*1_3_1"/>
  <p:tag name="KSO_WM_TEMPLATE_CATEGORY" val="custom"/>
  <p:tag name="KSO_WM_TEMPLATE_INDEX" val="20237984"/>
  <p:tag name="KSO_WM_UNIT_LAYERLEVEL" val="1_1_1"/>
  <p:tag name="KSO_WM_TAG_VERSION" val="3.0"/>
  <p:tag name="KSO_WM_BEAUTIFY_FLAG" val="#wm#"/>
  <p:tag name="KSO_WM_UNIT_PRESET_TEXT" val="03"/>
  <p:tag name="KSO_WM_UNIT_USESOURCEFORMAT_APPLY" val="0"/>
</p:tagLst>
</file>

<file path=ppt/tags/tag157.xml><?xml version="1.0" encoding="utf-8"?>
<p:tagLst xmlns:p="http://schemas.openxmlformats.org/presentationml/2006/main">
  <p:tag name="KSO_WM_DIAGRAM_MAX_ITEMCNT" val="6"/>
  <p:tag name="KSO_WM_DIAGRAM_MIN_ITEMCNT" val="2"/>
  <p:tag name="KSO_WM_DIAGRAM_VIRTUALLY_FRAME" val="{&quot;height&quot;:322.1000061035156,&quot;left&quot;:89.17809802918919,&quot;top&quot;:142.3499969482422,&quot;width&quot;:796.150024414062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37984_3*l_h_f*1_3_1"/>
  <p:tag name="KSO_WM_TEMPLATE_CATEGORY" val="custom"/>
  <p:tag name="KSO_WM_TEMPLATE_INDEX" val="20237984"/>
  <p:tag name="KSO_WM_UNIT_LAYERLEVEL" val="1_1_1"/>
  <p:tag name="KSO_WM_TAG_VERSION" val="3.0"/>
  <p:tag name="KSO_WM_BEAUTIFY_FLAG" val="#wm#"/>
  <p:tag name="KSO_WM_UNIT_PRESET_TEXT" val="Your title here"/>
  <p:tag name="KSO_WM_UNIT_USESOURCEFORMAT_APPLY" val="0"/>
</p:tagLst>
</file>

<file path=ppt/tags/tag158.xml><?xml version="1.0" encoding="utf-8"?>
<p:tagLst xmlns:p="http://schemas.openxmlformats.org/presentationml/2006/main">
  <p:tag name="KSO_WM_SLIDE_ID" val="custom20237984_3"/>
  <p:tag name="KSO_WM_TEMPLATE_SUBCATEGORY" val="0"/>
  <p:tag name="KSO_WM_TEMPLATE_MASTER_TYPE" val="0"/>
  <p:tag name="KSO_WM_TEMPLATE_COLOR_TYPE" val="0"/>
  <p:tag name="KSO_WM_SLIDE_TYPE" val="contents"/>
  <p:tag name="KSO_WM_SLIDE_SUBTYPE" val="diag"/>
  <p:tag name="KSO_WM_SLIDE_ITEM_CNT" val="3"/>
  <p:tag name="KSO_WM_SLIDE_INDEX" val="3"/>
  <p:tag name="KSO_WM_DIAGRAM_GROUP_CODE" val="l1-1"/>
  <p:tag name="KSO_WM_SLIDE_DIAGTYPE" val="l"/>
  <p:tag name="KSO_WM_TAG_VERSION" val="3.0"/>
  <p:tag name="KSO_WM_BEAUTIFY_FLAG" val="#wm#"/>
  <p:tag name="KSO_WM_TEMPLATE_CATEGORY" val="custom"/>
  <p:tag name="KSO_WM_TEMPLATE_INDEX" val="20237984"/>
  <p:tag name="KSO_WM_SLIDE_LAYOUT" val="a_l"/>
  <p:tag name="KSO_WM_SLIDE_LAYOUT_CNT" val="1_1"/>
</p:tagLst>
</file>

<file path=ppt/tags/tag159.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CONTENT_GROUP_TYPE" val="contentchip"/>
  <p:tag name="KSO_WM_UNIT_TYPE" val="e"/>
  <p:tag name="KSO_WM_UNIT_INDEX" val="1"/>
  <p:tag name="KSO_WM_UNIT_ID" val="custom20237984_7*e*1"/>
  <p:tag name="KSO_WM_TEMPLATE_CATEGORY" val="custom"/>
  <p:tag name="KSO_WM_TEMPLATE_INDEX" val="20237984"/>
  <p:tag name="KSO_WM_UNIT_LAYERLEVEL" val="1"/>
  <p:tag name="KSO_WM_TAG_VERSION" val="3.0"/>
  <p:tag name="KSO_WM_BEAUTIFY_FLAG" val="#wm#"/>
  <p:tag name="KSO_WM_UNIT_PRESET_TEXT" val="01"/>
</p:tagLst>
</file>

<file path=ppt/tags/tag1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7984_7*a*1"/>
  <p:tag name="KSO_WM_TEMPLATE_CATEGORY" val="custom"/>
  <p:tag name="KSO_WM_TEMPLATE_INDEX" val="20237984"/>
  <p:tag name="KSO_WM_UNIT_LAYERLEVEL" val="1"/>
  <p:tag name="KSO_WM_TAG_VERSION" val="3.0"/>
  <p:tag name="KSO_WM_BEAUTIFY_FLAG" val="#wm#"/>
  <p:tag name="KSO_WM_UNIT_PRESET_TEXT" val="Your title here"/>
</p:tagLst>
</file>

<file path=ppt/tags/tag161.xml><?xml version="1.0" encoding="utf-8"?>
<p:tagLst xmlns:p="http://schemas.openxmlformats.org/presentationml/2006/main">
  <p:tag name="KSO_WM_SPECIAL_SOURCE" val="bdnull"/>
  <p:tag name="KSO_WM_SLIDE_CONTENT_AREA" val="{&quot;left&quot;:&quot;206.6&quot;,&quot;top&quot;:&quot;98&quot;,&quot;width&quot;:&quot;576.4&quot;,&quot;height&quot;:&quot;343.95&quot;}"/>
  <p:tag name="KSO_WM_SLIDE_ID" val="custom20237984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84"/>
  <p:tag name="KSO_WM_SLIDE_LAYOUT" val="a_e"/>
  <p:tag name="KSO_WM_SLIDE_LAYOUT_CNT" val="1_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8245_1*a*1"/>
  <p:tag name="KSO_WM_TEMPLATE_CATEGORY" val="custom"/>
  <p:tag name="KSO_WM_TEMPLATE_INDEX" val="20238245"/>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PRESET_TEXT" val="Your title here"/>
  <p:tag name="KSO_WM_UNIT_TEXT_FILL_FORE_SCHEMECOLOR_INDEX" val="13"/>
  <p:tag name="KSO_WM_UNIT_TEXT_FILL_TYPE" val="1"/>
  <p:tag name="KSO_WM_UNIT_USESOURCEFORMAT_APPLY" val="0"/>
</p:tagLst>
</file>

<file path=ppt/tags/tag1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251_2*l_h_i*1_1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0"/>
</p:tagLst>
</file>

<file path=ppt/tags/tag1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251_2*l_h_f*1_1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1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251_2*l_h_a*1_1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0"/>
</p:tagLst>
</file>

<file path=ppt/tags/tag16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8251_2*l_h_i*1_2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0"/>
</p:tagLst>
</file>

<file path=ppt/tags/tag1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251_2*l_h_f*1_2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16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251_2*l_h_a*1_2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0"/>
</p:tagLst>
</file>

<file path=ppt/tags/tag1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8251_2*l_h_i*1_3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0"/>
</p:tagLst>
</file>

<file path=ppt/tags/tag170.xml><?xml version="1.0" encoding="utf-8"?>
<p:tagLst xmlns:p="http://schemas.openxmlformats.org/presentationml/2006/main">
  <p:tag name="KSO_WM_SLIDE_ID" val="custom20238245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7984"/>
  <p:tag name="KSO_WM_SLIDE_TYPE" val="text"/>
  <p:tag name="KSO_WM_SLIDE_SUBTYPE" val="picTxt"/>
  <p:tag name="KSO_WM_SLIDE_SIZE" val="850.448*382.064"/>
  <p:tag name="KSO_WM_SLIDE_POSITION" val="54.7493*107.097"/>
  <p:tag name="KSO_WM_SLIDE_LAYOUT" val="a_l"/>
  <p:tag name="KSO_WM_SLIDE_LAYOUT_CNT" val="1_1"/>
  <p:tag name="KSO_WM_SPECIAL_SOURCE" val="bdnull"/>
  <p:tag name="KSO_WM_DIAGRAM_GROUP_CODE" val="l1-1"/>
  <p:tag name="KSO_WM_SLIDE_DIAGTYPE" val="l"/>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333_1*i*1"/>
  <p:tag name="KSO_WM_TEMPLATE_CATEGORY" val="custom"/>
  <p:tag name="KSO_WM_TEMPLATE_INDEX" val="20238333"/>
  <p:tag name="KSO_WM_UNIT_LAYERLEVEL" val="1"/>
  <p:tag name="KSO_WM_TAG_VERSION" val="3.0"/>
  <p:tag name="KSO_WM_BEAUTIFY_FLAG" val="#wm#"/>
  <p:tag name="KSO_WM_UNIT_FILL_FORE_SCHEMECOLOR_INDEX" val="2"/>
  <p:tag name="KSO_WM_UNIT_FILL_TYPE" val="1"/>
  <p:tag name="KSO_WM_UNIT_TEXT_FILL_FORE_SCHEMECOLOR_INDEX" val="2"/>
  <p:tag name="KSO_WM_UNIT_TEXT_FILL_TYPE" val="1"/>
  <p:tag name="KSO_WM_UNIT_USESOURCEFORMAT_APPLY" val="0"/>
</p:tagLst>
</file>

<file path=ppt/tags/tag172.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8333"/>
  <p:tag name="KSO_WM_UNIT_ID" val="custom20238333_1*a*1"/>
  <p:tag name="KSO_WM_UNIT_PRESET_TEXT" val="The title goes here"/>
  <p:tag name="KSO_WM_UNIT_TEXT_FILL_FORE_SCHEMECOLOR_INDEX" val="13"/>
  <p:tag name="KSO_WM_UNIT_TEXT_FILL_TYPE" val="1"/>
  <p:tag name="KSO_WM_UNIT_USESOURCEFORMAT_APPLY" val="0"/>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8333_1*i*2"/>
  <p:tag name="KSO_WM_TEMPLATE_CATEGORY" val="custom"/>
  <p:tag name="KSO_WM_TEMPLATE_INDEX" val="20238333"/>
  <p:tag name="KSO_WM_UNIT_LAYERLEVEL" val="1"/>
  <p:tag name="KSO_WM_TAG_VERSION" val="3.0"/>
  <p:tag name="KSO_WM_BEAUTIFY_FLAG" val="#wm#"/>
  <p:tag name="KSO_WM_UNIT_FILL_FORE_SCHEMECOLOR_INDEX" val="2"/>
  <p:tag name="KSO_WM_UNIT_FILL_TYPE" val="1"/>
  <p:tag name="KSO_WM_UNIT_TEXT_FILL_FORE_SCHEMECOLOR_INDEX" val="2"/>
  <p:tag name="KSO_WM_UNIT_TEXT_FILL_TYPE" val="1"/>
  <p:tag name="KSO_WM_UNIT_USESOURCEFORMAT_APPLY" val="0"/>
</p:tagLst>
</file>

<file path=ppt/tags/tag174.xml><?xml version="1.0" encoding="utf-8"?>
<p:tagLst xmlns:p="http://schemas.openxmlformats.org/presentationml/2006/main">
  <p:tag name="KSO_WM_DIAGRAM_MAX_ITEMCNT" val="4"/>
  <p:tag name="KSO_WM_DIAGRAM_MIN_ITEMCNT" val="1"/>
  <p:tag name="KSO_WM_DIAGRAM_VIRTUALLY_FRAME" val="{&quot;height&quot;:241.50007874015756,&quot;left&quot;:88.87508484367308,&quot;top&quot;:219.6,&quot;width&quot;:408.04998779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2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53_3*l_h_f*1_1_1"/>
  <p:tag name="KSO_WM_TEMPLATE_CATEGORY" val="diagram"/>
  <p:tag name="KSO_WM_TEMPLATE_INDEX" val="20237953"/>
  <p:tag name="KSO_WM_UNIT_LAYERLEVEL" val="1_1_1"/>
  <p:tag name="KSO_WM_TAG_VERSION" val="3.0"/>
  <p:tag name="KSO_WM_BEAUTIFY_FLAG" val="#wm#"/>
  <p:tag name="KSO_WM_UNIT_PRESET_TEXT" val="Presentations are communication tools"/>
  <p:tag name="KSO_WM_UNIT_TEXT_FILL_FORE_SCHEMECOLOR_INDEX" val="1"/>
  <p:tag name="KSO_WM_UNIT_TEXT_FILL_TYPE" val="1"/>
  <p:tag name="KSO_WM_UNIT_USESOURCEFORMAT_APPLY" val="0"/>
</p:tagLst>
</file>

<file path=ppt/tags/tag175.xml><?xml version="1.0" encoding="utf-8"?>
<p:tagLst xmlns:p="http://schemas.openxmlformats.org/presentationml/2006/main">
  <p:tag name="KSO_WM_DIAGRAM_MAX_ITEMCNT" val="4"/>
  <p:tag name="KSO_WM_DIAGRAM_MIN_ITEMCNT" val="1"/>
  <p:tag name="KSO_WM_DIAGRAM_VIRTUALLY_FRAME" val="{&quot;height&quot;:241.50007874015756,&quot;left&quot;:88.87508484367308,&quot;top&quot;:219.6,&quot;width&quot;:408.04998779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53_3*l_h_a*1_1_1"/>
  <p:tag name="KSO_WM_TEMPLATE_CATEGORY" val="diagram"/>
  <p:tag name="KSO_WM_TEMPLATE_INDEX" val="20237953"/>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0"/>
</p:tagLst>
</file>

<file path=ppt/tags/tag176.xml><?xml version="1.0" encoding="utf-8"?>
<p:tagLst xmlns:p="http://schemas.openxmlformats.org/presentationml/2006/main">
  <p:tag name="KSO_WM_DIAGRAM_MAX_ITEMCNT" val="4"/>
  <p:tag name="KSO_WM_DIAGRAM_MIN_ITEMCNT" val="1"/>
  <p:tag name="KSO_WM_DIAGRAM_VIRTUALLY_FRAME" val="{&quot;height&quot;:241.50007874015756,&quot;left&quot;:88.87508484367308,&quot;top&quot;:219.6,&quot;width&quot;:408.04998779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2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7953_3*l_h_f*1_2_1"/>
  <p:tag name="KSO_WM_TEMPLATE_CATEGORY" val="diagram"/>
  <p:tag name="KSO_WM_TEMPLATE_INDEX" val="20237953"/>
  <p:tag name="KSO_WM_UNIT_LAYERLEVEL" val="1_1_1"/>
  <p:tag name="KSO_WM_TAG_VERSION" val="3.0"/>
  <p:tag name="KSO_WM_BEAUTIFY_FLAG" val="#wm#"/>
  <p:tag name="KSO_WM_UNIT_PRESET_TEXT" val="Presentations are communication tools"/>
  <p:tag name="KSO_WM_UNIT_TEXT_FILL_FORE_SCHEMECOLOR_INDEX" val="1"/>
  <p:tag name="KSO_WM_UNIT_TEXT_FILL_TYPE" val="1"/>
  <p:tag name="KSO_WM_UNIT_USESOURCEFORMAT_APPLY" val="0"/>
</p:tagLst>
</file>

<file path=ppt/tags/tag177.xml><?xml version="1.0" encoding="utf-8"?>
<p:tagLst xmlns:p="http://schemas.openxmlformats.org/presentationml/2006/main">
  <p:tag name="KSO_WM_DIAGRAM_MAX_ITEMCNT" val="4"/>
  <p:tag name="KSO_WM_DIAGRAM_MIN_ITEMCNT" val="1"/>
  <p:tag name="KSO_WM_DIAGRAM_VIRTUALLY_FRAME" val="{&quot;height&quot;:241.50007874015756,&quot;left&quot;:88.87508484367308,&quot;top&quot;:219.6,&quot;width&quot;:408.04998779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7953_3*l_h_a*1_2_1"/>
  <p:tag name="KSO_WM_TEMPLATE_CATEGORY" val="diagram"/>
  <p:tag name="KSO_WM_TEMPLATE_INDEX" val="20237953"/>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0"/>
</p:tagLst>
</file>

<file path=ppt/tags/tag178.xml><?xml version="1.0" encoding="utf-8"?>
<p:tagLst xmlns:p="http://schemas.openxmlformats.org/presentationml/2006/main">
  <p:tag name="KSO_WM_DIAGRAM_MAX_ITEMCNT" val="4"/>
  <p:tag name="KSO_WM_DIAGRAM_MIN_ITEMCNT" val="1"/>
  <p:tag name="KSO_WM_DIAGRAM_VIRTUALLY_FRAME" val="{&quot;height&quot;:241.50007874015756,&quot;left&quot;:88.87508484367308,&quot;top&quot;:219.6,&quot;width&quot;:408.04998779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2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7953_3*l_h_f*1_3_1"/>
  <p:tag name="KSO_WM_TEMPLATE_CATEGORY" val="diagram"/>
  <p:tag name="KSO_WM_TEMPLATE_INDEX" val="20237953"/>
  <p:tag name="KSO_WM_UNIT_LAYERLEVEL" val="1_1_1"/>
  <p:tag name="KSO_WM_TAG_VERSION" val="3.0"/>
  <p:tag name="KSO_WM_BEAUTIFY_FLAG" val="#wm#"/>
  <p:tag name="KSO_WM_UNIT_PRESET_TEXT" val="Presentations are communication tools"/>
  <p:tag name="KSO_WM_UNIT_TEXT_FILL_FORE_SCHEMECOLOR_INDEX" val="1"/>
  <p:tag name="KSO_WM_UNIT_TEXT_FILL_TYPE" val="1"/>
  <p:tag name="KSO_WM_UNIT_USESOURCEFORMAT_APPLY" val="0"/>
</p:tagLst>
</file>

<file path=ppt/tags/tag179.xml><?xml version="1.0" encoding="utf-8"?>
<p:tagLst xmlns:p="http://schemas.openxmlformats.org/presentationml/2006/main">
  <p:tag name="KSO_WM_DIAGRAM_MAX_ITEMCNT" val="4"/>
  <p:tag name="KSO_WM_DIAGRAM_MIN_ITEMCNT" val="1"/>
  <p:tag name="KSO_WM_DIAGRAM_VIRTUALLY_FRAME" val="{&quot;height&quot;:241.50007874015756,&quot;left&quot;:88.87508484367308,&quot;top&quot;:219.6,&quot;width&quot;:408.0499877929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7953_3*l_h_a*1_3_1"/>
  <p:tag name="KSO_WM_TEMPLATE_CATEGORY" val="diagram"/>
  <p:tag name="KSO_WM_TEMPLATE_INDEX" val="20237953"/>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0"/>
</p:tagLst>
</file>

<file path=ppt/tags/tag180.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d_l"/>
  <p:tag name="KSO_WM_SLIDE_LAYOUT_CNT" val="1_1_1"/>
  <p:tag name="KSO_WM_SLIDE_TYPE" val="text"/>
  <p:tag name="KSO_WM_SLIDE_SUBTYPE" val="picTxt"/>
  <p:tag name="KSO_WM_SLIDE_SIZE" val="408.05*186.55"/>
  <p:tag name="KSO_WM_SLIDE_POSITION" val="88.85*274.5"/>
  <p:tag name="KSO_WM_TEMPLATE_INDEX" val="20237984"/>
  <p:tag name="KSO_WM_TEMPLATE_SUBCATEGORY" val="0"/>
  <p:tag name="KSO_WM_SLIDE_INDEX" val="1"/>
  <p:tag name="KSO_WM_TAG_VERSION" val="3.0"/>
  <p:tag name="KSO_WM_SLIDE_ID" val="custom20238333_1"/>
  <p:tag name="KSO_WM_SLIDE_ITEM_CNT" val="4"/>
  <p:tag name="KSO_WM_SPECIAL_SOURCE" val="bdnull"/>
</p:tagLst>
</file>

<file path=ppt/tags/tag181.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CONTENT_GROUP_TYPE" val="contentchip"/>
  <p:tag name="KSO_WM_UNIT_TYPE" val="e"/>
  <p:tag name="KSO_WM_UNIT_INDEX" val="1"/>
  <p:tag name="KSO_WM_UNIT_ID" val="custom20237984_7*e*1"/>
  <p:tag name="KSO_WM_TEMPLATE_CATEGORY" val="custom"/>
  <p:tag name="KSO_WM_TEMPLATE_INDEX" val="20237984"/>
  <p:tag name="KSO_WM_UNIT_LAYERLEVEL" val="1"/>
  <p:tag name="KSO_WM_TAG_VERSION" val="3.0"/>
  <p:tag name="KSO_WM_BEAUTIFY_FLAG" val="#wm#"/>
  <p:tag name="KSO_WM_UNIT_PRESET_TEXT" val="02"/>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7984_7*a*1"/>
  <p:tag name="KSO_WM_TEMPLATE_CATEGORY" val="custom"/>
  <p:tag name="KSO_WM_TEMPLATE_INDEX" val="20237984"/>
  <p:tag name="KSO_WM_UNIT_LAYERLEVEL" val="1"/>
  <p:tag name="KSO_WM_TAG_VERSION" val="3.0"/>
  <p:tag name="KSO_WM_BEAUTIFY_FLAG" val="#wm#"/>
  <p:tag name="KSO_WM_UNIT_PRESET_TEXT" val="Your title here"/>
</p:tagLst>
</file>

<file path=ppt/tags/tag183.xml><?xml version="1.0" encoding="utf-8"?>
<p:tagLst xmlns:p="http://schemas.openxmlformats.org/presentationml/2006/main">
  <p:tag name="KSO_WM_SPECIAL_SOURCE" val="bdnull"/>
  <p:tag name="KSO_WM_SLIDE_CONTENT_AREA" val="{&quot;left&quot;:&quot;206.6&quot;,&quot;top&quot;:&quot;98&quot;,&quot;width&quot;:&quot;576.4&quot;,&quot;height&quot;:&quot;343.95&quot;}"/>
  <p:tag name="KSO_WM_SLIDE_ID" val="custom20237984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84"/>
  <p:tag name="KSO_WM_SLIDE_LAYOUT" val="a_e"/>
  <p:tag name="KSO_WM_SLIDE_LAYOUT_CNT" val="1_1"/>
</p:tagLst>
</file>

<file path=ppt/tags/tag18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284_1*i*1"/>
  <p:tag name="KSO_WM_TEMPLATE_CATEGORY" val="custom"/>
  <p:tag name="KSO_WM_TEMPLATE_INDEX" val="20238284"/>
  <p:tag name="KSO_WM_UNIT_LAYERLEVEL" val="1"/>
  <p:tag name="KSO_WM_TAG_VERSION" val="3.0"/>
  <p:tag name="KSO_WM_UNIT_FILL_FORE_SCHEMECOLOR_INDEX" val="2"/>
  <p:tag name="KSO_WM_UNIT_FILL_TYPE" val="1"/>
  <p:tag name="KSO_WM_UNIT_SHADOW_SCHEMECOLOR_INDEX" val="5"/>
  <p:tag name="KSO_WM_UNIT_TEXT_FILL_FORE_SCHEMECOLOR_INDEX" val="13"/>
  <p:tag name="KSO_WM_UNIT_TEXT_FILL_TYPE" val="1"/>
  <p:tag name="KSO_WM_UNIT_USESOURCEFORMAT_APPLY" val="0"/>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ISCONTENTSTITLE" val="0"/>
  <p:tag name="KSO_WM_UNIT_ISNUMDGMTITLE" val="0"/>
  <p:tag name="KSO_WM_UNIT_NOCLEAR" val="0"/>
  <p:tag name="KSO_WM_UNIT_VALUE" val="60"/>
  <p:tag name="KSO_WM_TEMPLATE_INDEX" val="20238284"/>
  <p:tag name="KSO_WM_UNIT_ID" val="custom20238284_1*a*1"/>
  <p:tag name="KSO_WM_UNIT_PRESET_TEXT" val="Your title here"/>
  <p:tag name="KSO_WM_UNIT_TEXT_FILL_FORE_SCHEMECOLOR_INDEX" val="1"/>
  <p:tag name="KSO_WM_UNIT_TEXT_FILL_TYPE" val="1"/>
  <p:tag name="KSO_WM_UNIT_USESOURCEFORMAT_APPLY" val="0"/>
</p:tagLst>
</file>

<file path=ppt/tags/tag186.xml><?xml version="1.0" encoding="utf-8"?>
<p:tagLst xmlns:p="http://schemas.openxmlformats.org/presentationml/2006/main">
  <p:tag name="KSO_WM_DIAGRAM_MAX_ITEMCNT" val="5"/>
  <p:tag name="KSO_WM_DIAGRAM_MIN_ITEMCNT" val="2"/>
  <p:tag name="KSO_WM_DIAGRAM_VIRTUALLY_FRAME" val="{&quot;height&quot;:180.9,&quot;left&quot;:54.701605224609374,&quot;top&quot;:333.4,&quot;width&quot;:850.39678955078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7937_2*l_h_i*1_1_1"/>
  <p:tag name="KSO_WM_TEMPLATE_CATEGORY" val="diagram"/>
  <p:tag name="KSO_WM_TEMPLATE_INDEX" val="20237937"/>
  <p:tag name="KSO_WM_UNIT_LAYERLEVEL" val="1_1_1"/>
  <p:tag name="KSO_WM_TAG_VERSION" val="3.0"/>
  <p:tag name="KSO_WM_BEAUTIFY_FLAG" val="#wm#"/>
  <p:tag name="KSO_WM_UNIT_PRESET_TEXT" val="01"/>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87.xml><?xml version="1.0" encoding="utf-8"?>
<p:tagLst xmlns:p="http://schemas.openxmlformats.org/presentationml/2006/main">
  <p:tag name="KSO_WM_DIAGRAM_MAX_ITEMCNT" val="5"/>
  <p:tag name="KSO_WM_DIAGRAM_MIN_ITEMCNT" val="2"/>
  <p:tag name="KSO_WM_DIAGRAM_VIRTUALLY_FRAME" val="{&quot;height&quot;:180.9,&quot;left&quot;:54.701605224609374,&quot;top&quot;:333.4,&quot;width&quot;:850.3967895507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3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37_2*l_h_f*1_1_1"/>
  <p:tag name="KSO_WM_TEMPLATE_CATEGORY" val="diagram"/>
  <p:tag name="KSO_WM_TEMPLATE_INDEX" val="20237937"/>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188.xml><?xml version="1.0" encoding="utf-8"?>
<p:tagLst xmlns:p="http://schemas.openxmlformats.org/presentationml/2006/main">
  <p:tag name="KSO_WM_DIAGRAM_MAX_ITEMCNT" val="5"/>
  <p:tag name="KSO_WM_DIAGRAM_MIN_ITEMCNT" val="2"/>
  <p:tag name="KSO_WM_DIAGRAM_VIRTUALLY_FRAME" val="{&quot;height&quot;:180.9,&quot;left&quot;:54.701605224609374,&quot;top&quot;:333.4,&quot;width&quot;:850.3967895507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37_2*l_h_a*1_1_1"/>
  <p:tag name="KSO_WM_TEMPLATE_CATEGORY" val="diagram"/>
  <p:tag name="KSO_WM_TEMPLATE_INDEX" val="20237937"/>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0"/>
</p:tagLst>
</file>

<file path=ppt/tags/tag189.xml><?xml version="1.0" encoding="utf-8"?>
<p:tagLst xmlns:p="http://schemas.openxmlformats.org/presentationml/2006/main">
  <p:tag name="KSO_WM_DIAGRAM_MAX_ITEMCNT" val="5"/>
  <p:tag name="KSO_WM_DIAGRAM_MIN_ITEMCNT" val="2"/>
  <p:tag name="KSO_WM_DIAGRAM_VIRTUALLY_FRAME" val="{&quot;height&quot;:180.9,&quot;left&quot;:54.701605224609374,&quot;top&quot;:333.4,&quot;width&quot;:850.39678955078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7937_2*l_h_i*1_2_1"/>
  <p:tag name="KSO_WM_TEMPLATE_CATEGORY" val="diagram"/>
  <p:tag name="KSO_WM_TEMPLATE_INDEX" val="20237937"/>
  <p:tag name="KSO_WM_UNIT_LAYERLEVEL" val="1_1_1"/>
  <p:tag name="KSO_WM_TAG_VERSION" val="3.0"/>
  <p:tag name="KSO_WM_BEAUTIFY_FLAG" val="#wm#"/>
  <p:tag name="KSO_WM_UNIT_PRESET_TEXT" val="02"/>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90.xml><?xml version="1.0" encoding="utf-8"?>
<p:tagLst xmlns:p="http://schemas.openxmlformats.org/presentationml/2006/main">
  <p:tag name="KSO_WM_DIAGRAM_MAX_ITEMCNT" val="5"/>
  <p:tag name="KSO_WM_DIAGRAM_MIN_ITEMCNT" val="2"/>
  <p:tag name="KSO_WM_DIAGRAM_VIRTUALLY_FRAME" val="{&quot;height&quot;:180.9,&quot;left&quot;:54.701605224609374,&quot;top&quot;:333.4,&quot;width&quot;:850.3967895507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3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7937_2*l_h_f*1_2_1"/>
  <p:tag name="KSO_WM_TEMPLATE_CATEGORY" val="diagram"/>
  <p:tag name="KSO_WM_TEMPLATE_INDEX" val="20237937"/>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191.xml><?xml version="1.0" encoding="utf-8"?>
<p:tagLst xmlns:p="http://schemas.openxmlformats.org/presentationml/2006/main">
  <p:tag name="KSO_WM_DIAGRAM_MAX_ITEMCNT" val="5"/>
  <p:tag name="KSO_WM_DIAGRAM_MIN_ITEMCNT" val="2"/>
  <p:tag name="KSO_WM_DIAGRAM_VIRTUALLY_FRAME" val="{&quot;height&quot;:180.9,&quot;left&quot;:54.701605224609374,&quot;top&quot;:333.4,&quot;width&quot;:850.3967895507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7937_2*l_h_a*1_2_1"/>
  <p:tag name="KSO_WM_TEMPLATE_CATEGORY" val="diagram"/>
  <p:tag name="KSO_WM_TEMPLATE_INDEX" val="20237937"/>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0"/>
</p:tagLst>
</file>

<file path=ppt/tags/tag192.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822.45*139.1"/>
  <p:tag name="KSO_WM_SLIDE_POSITION" val="68.65*338.4"/>
  <p:tag name="KSO_WM_SLIDE_LAYOUT" val="a_d_l"/>
  <p:tag name="KSO_WM_SLIDE_LAYOUT_CNT" val="1_1_1"/>
  <p:tag name="KSO_WM_SPECIAL_SOURCE" val="bdnull"/>
  <p:tag name="KSO_WM_DIAGRAM_GROUP_CODE" val="l1-1"/>
  <p:tag name="KSO_WM_SLIDE_DIAGTYPE" val="l"/>
  <p:tag name="KSO_WM_TEMPLATE_INDEX" val="20237984"/>
  <p:tag name="KSO_WM_TEMPLATE_SUBCATEGORY" val="0"/>
  <p:tag name="KSO_WM_SLIDE_INDEX" val="1"/>
  <p:tag name="KSO_WM_TAG_VERSION" val="3.0"/>
  <p:tag name="KSO_WM_SLIDE_ID" val="custom20238284_1"/>
  <p:tag name="KSO_WM_SLIDE_ITEM_CNT" val="3"/>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94.xml><?xml version="1.0" encoding="utf-8"?>
<p:tagLst xmlns:p="http://schemas.openxmlformats.org/presentationml/2006/main">
  <p:tag name="KSO_WM_BEAUTIFY_FLAG" val="#wm#"/>
  <p:tag name="KSO_WM_TEMPLATE_CATEGORY" val="custom"/>
  <p:tag name="KSO_WM_TEMPLATE_INDEX" val="20237984"/>
</p:tagLst>
</file>

<file path=ppt/tags/tag195.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1"/>
  <p:tag name="KSO_WM_TEMPLATE_INDEX" val="20238254"/>
  <p:tag name="KSO_WM_UNIT_ID" val="custom20238254_1*a*1"/>
  <p:tag name="KSO_WM_UNIT_PRESET_TEXT" val="Your title here"/>
</p:tagLst>
</file>

<file path=ppt/tags/tag196.xml><?xml version="1.0" encoding="utf-8"?>
<p:tagLst xmlns:p="http://schemas.openxmlformats.org/presentationml/2006/main">
  <p:tag name="KSO_WM_BEAUTIFY_FLAG" val="#wm#"/>
  <p:tag name="KSO_WM_UNIT_VALUE" val="1904*1519"/>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8254_1*d*1"/>
  <p:tag name="KSO_WM_TEMPLATE_CATEGORY" val="custom"/>
  <p:tag name="KSO_WM_TEMPLATE_INDEX" val="20238254"/>
  <p:tag name="KSO_WM_UNIT_LAYERLEVEL" val="1"/>
  <p:tag name="KSO_WM_TAG_VERSION" val="3.0"/>
  <p:tag name="KSO_WM_UNIT_LINE_FORE_SCHEMECOLOR_INDEX" val="1"/>
  <p:tag name="KSO_WM_UNIT_LINE_FILL_TYPE" val="2"/>
  <p:tag name="KSO_WM_UNIT_USESOURCEFORMAT_APPLY" val="1"/>
</p:tagLst>
</file>

<file path=ppt/tags/tag197.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44_3*l_h_f*1_1_1"/>
  <p:tag name="KSO_WM_TEMPLATE_CATEGORY" val="diagram"/>
  <p:tag name="KSO_WM_TEMPLATE_INDEX" val="20237944"/>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198.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44_3*l_h_a*1_1_1"/>
  <p:tag name="KSO_WM_TEMPLATE_CATEGORY" val="diagram"/>
  <p:tag name="KSO_WM_TEMPLATE_INDEX" val="20237944"/>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199.xml><?xml version="1.0" encoding="utf-8"?>
<p:tagLst xmlns:p="http://schemas.openxmlformats.org/presentationml/2006/main">
  <p:tag name="KSO_WM_UNIT_TEXT_FILL_FORE_SCHEMECOLOR_INDEX_BRIGHTNESS" val="0.15"/>
  <p:tag name="KSO_WM_UNIT_FILL_TYPE" val="3"/>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7944_3*l_h_i*1_1_1"/>
  <p:tag name="KSO_WM_TEMPLATE_CATEGORY" val="diagram"/>
  <p:tag name="KSO_WM_TEMPLATE_INDEX" val="20237944"/>
  <p:tag name="KSO_WM_UNIT_LAYERLEVEL" val="1_1_1"/>
  <p:tag name="KSO_WM_TAG_VERSION" val="3.0"/>
  <p:tag name="KSO_WM_BEAUTIFY_FLAG" val="#wm#"/>
  <p:tag name="KSO_WM_UNIT_PRESET_TEXT" val="01"/>
  <p:tag name="KSO_WM_UNIT_LINE_FORE_SCHEMECOLOR_INDEX" val="5"/>
  <p:tag name="KSO_WM_UNIT_TEXT_FILL_FORE_SCHEMECOLOR_INDEX" val="1"/>
  <p:tag name="KSO_WM_UNIT_TEXT_FILL_TYPE" val="1"/>
  <p:tag name="KSO_WM_UNIT_LINE_FORE_SCHEMECOLOR_INDEX_BRIGHTNESS" val="0"/>
  <p:tag name="KSO_WM_UNIT_LINE_FILL_TYPE" val="2"/>
  <p:tag name="KSO_WM_UNIT_USESOURCEFORMAT_APPLY" val="1"/>
</p:tagLst>
</file>

<file path=ppt/tags/tag200.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7944_3*l_h_f*1_2_1"/>
  <p:tag name="KSO_WM_TEMPLATE_CATEGORY" val="diagram"/>
  <p:tag name="KSO_WM_TEMPLATE_INDEX" val="20237944"/>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01.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7944_3*l_h_a*1_2_1"/>
  <p:tag name="KSO_WM_TEMPLATE_CATEGORY" val="diagram"/>
  <p:tag name="KSO_WM_TEMPLATE_INDEX" val="20237944"/>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202.xml><?xml version="1.0" encoding="utf-8"?>
<p:tagLst xmlns:p="http://schemas.openxmlformats.org/presentationml/2006/main">
  <p:tag name="KSO_WM_UNIT_TEXT_FILL_FORE_SCHEMECOLOR_INDEX_BRIGHTNESS" val="0.15"/>
  <p:tag name="KSO_WM_UNIT_FILL_TYPE" val="3"/>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7944_3*l_h_i*1_2_1"/>
  <p:tag name="KSO_WM_TEMPLATE_CATEGORY" val="diagram"/>
  <p:tag name="KSO_WM_TEMPLATE_INDEX" val="20237944"/>
  <p:tag name="KSO_WM_UNIT_LAYERLEVEL" val="1_1_1"/>
  <p:tag name="KSO_WM_TAG_VERSION" val="3.0"/>
  <p:tag name="KSO_WM_BEAUTIFY_FLAG" val="#wm#"/>
  <p:tag name="KSO_WM_UNIT_PRESET_TEXT" val="02"/>
  <p:tag name="KSO_WM_UNIT_LINE_FORE_SCHEMECOLOR_INDEX" val="5"/>
  <p:tag name="KSO_WM_UNIT_TEXT_FILL_FORE_SCHEMECOLOR_INDEX" val="1"/>
  <p:tag name="KSO_WM_UNIT_TEXT_FILL_TYPE" val="1"/>
  <p:tag name="KSO_WM_UNIT_LINE_FORE_SCHEMECOLOR_INDEX_BRIGHTNESS" val="0"/>
  <p:tag name="KSO_WM_UNIT_LINE_FILL_TYPE" val="2"/>
  <p:tag name="KSO_WM_UNIT_USESOURCEFORMAT_APPLY" val="1"/>
</p:tagLst>
</file>

<file path=ppt/tags/tag203.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7944_3*l_h_f*1_3_1"/>
  <p:tag name="KSO_WM_TEMPLATE_CATEGORY" val="diagram"/>
  <p:tag name="KSO_WM_TEMPLATE_INDEX" val="20237944"/>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04.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7944_3*l_h_a*1_3_1"/>
  <p:tag name="KSO_WM_TEMPLATE_CATEGORY" val="diagram"/>
  <p:tag name="KSO_WM_TEMPLATE_INDEX" val="20237944"/>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205.xml><?xml version="1.0" encoding="utf-8"?>
<p:tagLst xmlns:p="http://schemas.openxmlformats.org/presentationml/2006/main">
  <p:tag name="KSO_WM_UNIT_TEXT_FILL_FORE_SCHEMECOLOR_INDEX_BRIGHTNESS" val="0.15"/>
  <p:tag name="KSO_WM_UNIT_FILL_TYPE" val="3"/>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7944_3*l_h_i*1_3_1"/>
  <p:tag name="KSO_WM_TEMPLATE_CATEGORY" val="diagram"/>
  <p:tag name="KSO_WM_TEMPLATE_INDEX" val="20237944"/>
  <p:tag name="KSO_WM_UNIT_LAYERLEVEL" val="1_1_1"/>
  <p:tag name="KSO_WM_TAG_VERSION" val="3.0"/>
  <p:tag name="KSO_WM_BEAUTIFY_FLAG" val="#wm#"/>
  <p:tag name="KSO_WM_UNIT_PRESET_TEXT" val="03"/>
  <p:tag name="KSO_WM_UNIT_LINE_FORE_SCHEMECOLOR_INDEX" val="5"/>
  <p:tag name="KSO_WM_UNIT_TEXT_FILL_FORE_SCHEMECOLOR_INDEX" val="1"/>
  <p:tag name="KSO_WM_UNIT_TEXT_FILL_TYPE" val="1"/>
  <p:tag name="KSO_WM_UNIT_LINE_FORE_SCHEMECOLOR_INDEX_BRIGHTNESS" val="0"/>
  <p:tag name="KSO_WM_UNIT_LINE_FILL_TYPE" val="2"/>
  <p:tag name="KSO_WM_UNIT_USESOURCEFORMAT_APPLY" val="1"/>
</p:tagLst>
</file>

<file path=ppt/tags/tag206.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7944_3*l_h_f*1_4_1"/>
  <p:tag name="KSO_WM_TEMPLATE_CATEGORY" val="diagram"/>
  <p:tag name="KSO_WM_TEMPLATE_INDEX" val="20237944"/>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07.xml><?xml version="1.0" encoding="utf-8"?>
<p:tagLst xmlns:p="http://schemas.openxmlformats.org/presentationml/2006/main">
  <p:tag name="KSO_WM_UNIT_TEXT_FILL_FORE_SCHEMECOLOR_INDEX_BRIGHTNESS" val="0.15"/>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7944_3*l_h_a*1_4_1"/>
  <p:tag name="KSO_WM_TEMPLATE_CATEGORY" val="diagram"/>
  <p:tag name="KSO_WM_TEMPLATE_INDEX" val="20237944"/>
  <p:tag name="KSO_WM_UNIT_LAYERLEVEL" val="1_1_1"/>
  <p:tag name="KSO_WM_TAG_VERSION" val="3.0"/>
  <p:tag name="KSO_WM_BEAUTIFY_FLAG" val="#wm#"/>
  <p:tag name="KSO_WM_UNIT_PRESET_TEXT" val="Title"/>
  <p:tag name="KSO_WM_UNIT_TEXT_FILL_FORE_SCHEMECOLOR_INDEX" val="1"/>
  <p:tag name="KSO_WM_UNIT_TEXT_FILL_TYPE" val="1"/>
  <p:tag name="KSO_WM_UNIT_USESOURCEFORMAT_APPLY" val="1"/>
</p:tagLst>
</file>

<file path=ppt/tags/tag208.xml><?xml version="1.0" encoding="utf-8"?>
<p:tagLst xmlns:p="http://schemas.openxmlformats.org/presentationml/2006/main">
  <p:tag name="KSO_WM_UNIT_TEXT_FILL_FORE_SCHEMECOLOR_INDEX_BRIGHTNESS" val="0.15"/>
  <p:tag name="KSO_WM_UNIT_FILL_TYPE" val="3"/>
  <p:tag name="KSO_WM_DIAGRAM_MAX_ITEMCNT" val="4"/>
  <p:tag name="KSO_WM_DIAGRAM_MIN_ITEMCNT" val="2"/>
  <p:tag name="KSO_WM_DIAGRAM_VIRTUALLY_FRAME" val="{&quot;height&quot;:397.28135375976564,&quot;left&quot;:48.683385826771655,&quot;top&quot;:111.41865382877859,&quot;width&quot;:433.486062992126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7944_3*l_h_i*1_4_1"/>
  <p:tag name="KSO_WM_TEMPLATE_CATEGORY" val="diagram"/>
  <p:tag name="KSO_WM_TEMPLATE_INDEX" val="20237944"/>
  <p:tag name="KSO_WM_UNIT_LAYERLEVEL" val="1_1_1"/>
  <p:tag name="KSO_WM_TAG_VERSION" val="3.0"/>
  <p:tag name="KSO_WM_BEAUTIFY_FLAG" val="#wm#"/>
  <p:tag name="KSO_WM_UNIT_PRESET_TEXT" val="04"/>
  <p:tag name="KSO_WM_UNIT_LINE_FORE_SCHEMECOLOR_INDEX" val="5"/>
  <p:tag name="KSO_WM_UNIT_TEXT_FILL_FORE_SCHEMECOLOR_INDEX" val="1"/>
  <p:tag name="KSO_WM_UNIT_TEXT_FILL_TYPE" val="1"/>
  <p:tag name="KSO_WM_UNIT_LINE_FORE_SCHEMECOLOR_INDEX_BRIGHTNESS" val="0"/>
  <p:tag name="KSO_WM_UNIT_LINE_FILL_TYPE" val="2"/>
  <p:tag name="KSO_WM_UNIT_USESOURCEFORMAT_APPLY" val="1"/>
</p:tagLst>
</file>

<file path=ppt/tags/tag209.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414.6*361.249"/>
  <p:tag name="KSO_WM_SLIDE_POSITION" val="54.7*125.201"/>
  <p:tag name="KSO_WM_SLIDE_LAYOUT" val="a_d_l"/>
  <p:tag name="KSO_WM_SLIDE_LAYOUT_CNT" val="1_1_1"/>
  <p:tag name="KSO_WM_SPECIAL_SOURCE" val="bdnull"/>
  <p:tag name="KSO_WM_DIAGRAM_GROUP_CODE" val="l1-1"/>
  <p:tag name="KSO_WM_SLIDE_DIAGTYPE" val="l"/>
  <p:tag name="KSO_WM_TEMPLATE_INDEX" val="20238254"/>
  <p:tag name="KSO_WM_TEMPLATE_SUBCATEGORY" val="0"/>
  <p:tag name="KSO_WM_SLIDE_INDEX" val="1"/>
  <p:tag name="KSO_WM_TAG_VERSION" val="3.0"/>
  <p:tag name="KSO_WM_SLIDE_ID" val="custom20238254_1"/>
  <p:tag name="KSO_WM_SLIDE_ITEM_CNT" val="4"/>
</p:tagLst>
</file>

<file path=ppt/tags/tag210.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CONTENT_GROUP_TYPE" val="contentchip"/>
  <p:tag name="KSO_WM_UNIT_TYPE" val="e"/>
  <p:tag name="KSO_WM_UNIT_INDEX" val="1"/>
  <p:tag name="KSO_WM_UNIT_ID" val="custom20237984_7*e*1"/>
  <p:tag name="KSO_WM_TEMPLATE_CATEGORY" val="custom"/>
  <p:tag name="KSO_WM_TEMPLATE_INDEX" val="20237984"/>
  <p:tag name="KSO_WM_UNIT_LAYERLEVEL" val="1"/>
  <p:tag name="KSO_WM_TAG_VERSION" val="3.0"/>
  <p:tag name="KSO_WM_BEAUTIFY_FLAG" val="#wm#"/>
  <p:tag name="KSO_WM_UNIT_PRESET_TEXT" val="03"/>
</p:tagLst>
</file>

<file path=ppt/tags/tag2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7984_7*a*1"/>
  <p:tag name="KSO_WM_TEMPLATE_CATEGORY" val="custom"/>
  <p:tag name="KSO_WM_TEMPLATE_INDEX" val="20237984"/>
  <p:tag name="KSO_WM_UNIT_LAYERLEVEL" val="1"/>
  <p:tag name="KSO_WM_TAG_VERSION" val="3.0"/>
  <p:tag name="KSO_WM_BEAUTIFY_FLAG" val="#wm#"/>
  <p:tag name="KSO_WM_UNIT_PRESET_TEXT" val="Your title here"/>
</p:tagLst>
</file>

<file path=ppt/tags/tag212.xml><?xml version="1.0" encoding="utf-8"?>
<p:tagLst xmlns:p="http://schemas.openxmlformats.org/presentationml/2006/main">
  <p:tag name="KSO_WM_SPECIAL_SOURCE" val="bdnull"/>
  <p:tag name="KSO_WM_SLIDE_CONTENT_AREA" val="{&quot;left&quot;:&quot;206.6&quot;,&quot;top&quot;:&quot;98&quot;,&quot;width&quot;:&quot;576.4&quot;,&quot;height&quot;:&quot;343.95&quot;}"/>
  <p:tag name="KSO_WM_SLIDE_ID" val="custom20237984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84"/>
  <p:tag name="KSO_WM_SLIDE_LAYOUT" val="a_e"/>
  <p:tag name="KSO_WM_SLIDE_LAYOUT_CNT" val="1_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8245_1*a*1"/>
  <p:tag name="KSO_WM_TEMPLATE_CATEGORY" val="custom"/>
  <p:tag name="KSO_WM_TEMPLATE_INDEX" val="20238245"/>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PRESET_TEXT" val="Your title here"/>
  <p:tag name="KSO_WM_UNIT_TEXT_FILL_FORE_SCHEMECOLOR_INDEX" val="13"/>
  <p:tag name="KSO_WM_UNIT_TEXT_FILL_TYPE" val="1"/>
  <p:tag name="KSO_WM_UNIT_USESOURCEFORMAT_APPLY" val="0"/>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251_2*l_h_d*1_3_1"/>
  <p:tag name="KSO_WM_TEMPLATE_CATEGORY" val="diagram"/>
  <p:tag name="KSO_WM_TEMPLATE_INDEX" val="20238251"/>
  <p:tag name="KSO_WM_UNIT_LAYERLEVEL" val="1_1_1"/>
  <p:tag name="KSO_WM_TAG_VERSION" val="3.0"/>
  <p:tag name="KSO_WM_BEAUTIFY_FLAG" val="#wm#"/>
  <p:tag name="KSO_WM_DIAGRAM_VERSION" val="3"/>
  <p:tag name="KSO_WM_DIAGRAM_COLOR_TRICK" val="1"/>
  <p:tag name="KSO_WM_DIAGRAM_COLOR_TEXT_CAN_REMOVE" val="n"/>
  <p:tag name="KSO_WM_UNIT_VALUE" val="547*936"/>
  <p:tag name="KSO_WM_UNIT_TYPE" val="l_h_d"/>
  <p:tag name="KSO_WM_UNIT_INDEX" val="1_3_1"/>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251_2*l_h_d*1_1_1"/>
  <p:tag name="KSO_WM_TEMPLATE_CATEGORY" val="diagram"/>
  <p:tag name="KSO_WM_TEMPLATE_INDEX" val="20238251"/>
  <p:tag name="KSO_WM_UNIT_LAYERLEVEL" val="1_1_1"/>
  <p:tag name="KSO_WM_TAG_VERSION" val="3.0"/>
  <p:tag name="KSO_WM_BEAUTIFY_FLAG" val="#wm#"/>
  <p:tag name="KSO_WM_DIAGRAM_VERSION" val="3"/>
  <p:tag name="KSO_WM_DIAGRAM_COLOR_TRICK" val="1"/>
  <p:tag name="KSO_WM_DIAGRAM_COLOR_TEXT_CAN_REMOVE" val="n"/>
  <p:tag name="KSO_WM_UNIT_VALUE" val="547*936"/>
  <p:tag name="KSO_WM_UNIT_TYPE" val="l_h_d"/>
  <p:tag name="KSO_WM_UNIT_INDEX" val="1_1_1"/>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21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251_2*l_h_i*1_1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0"/>
</p:tagLst>
</file>

<file path=ppt/tags/tag2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251_2*l_h_f*1_1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2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251_2*l_h_a*1_1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0"/>
</p:tagLst>
</file>

<file path=ppt/tags/tag21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8251_2*l_h_i*1_2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0"/>
</p:tagLst>
</file>

<file path=ppt/tags/tag2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251_2*l_h_f*1_2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2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251_2*l_h_a*1_2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0"/>
</p:tagLst>
</file>

<file path=ppt/tags/tag22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8251_2*l_h_i*1_3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0"/>
</p:tagLst>
</file>

<file path=ppt/tags/tag2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251_2*l_h_f*1_3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0"/>
</p:tagLst>
</file>

<file path=ppt/tags/tag2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8251_2*l_h_a*1_3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0"/>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251_2*l_h_d*1_2_1"/>
  <p:tag name="KSO_WM_TEMPLATE_CATEGORY" val="diagram"/>
  <p:tag name="KSO_WM_TEMPLATE_INDEX" val="20238251"/>
  <p:tag name="KSO_WM_UNIT_LAYERLEVEL" val="1_1_1"/>
  <p:tag name="KSO_WM_TAG_VERSION" val="3.0"/>
  <p:tag name="KSO_WM_BEAUTIFY_FLAG" val="#wm#"/>
  <p:tag name="KSO_WM_DIAGRAM_VERSION" val="3"/>
  <p:tag name="KSO_WM_DIAGRAM_COLOR_TRICK" val="1"/>
  <p:tag name="KSO_WM_DIAGRAM_COLOR_TEXT_CAN_REMOVE" val="n"/>
  <p:tag name="KSO_WM_UNIT_VALUE" val="547*936"/>
  <p:tag name="KSO_WM_UNIT_TYPE" val="l_h_d"/>
  <p:tag name="KSO_WM_UNIT_INDEX" val="1_2_1"/>
  <p:tag name="KSO_WM_DIAGRAM_MAX_ITEMCNT" val="4"/>
  <p:tag name="KSO_WM_DIAGRAM_MIN_ITEMCNT" val="2"/>
  <p:tag name="KSO_WM_DIAGRAM_VIRTUALLY_FRAME" val="{&quot;height&quot;:382.1496062992126,&quot;left&quot;:54.41282030481043,&quot;top&quot;:107.0815748031496,&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226.xml><?xml version="1.0" encoding="utf-8"?>
<p:tagLst xmlns:p="http://schemas.openxmlformats.org/presentationml/2006/main">
  <p:tag name="KSO_WM_SLIDE_ID" val="custom20238245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7984"/>
  <p:tag name="KSO_WM_SLIDE_TYPE" val="text"/>
  <p:tag name="KSO_WM_SLIDE_SUBTYPE" val="picTxt"/>
  <p:tag name="KSO_WM_SLIDE_SIZE" val="850.448*382.064"/>
  <p:tag name="KSO_WM_SLIDE_POSITION" val="54.7493*107.097"/>
  <p:tag name="KSO_WM_SLIDE_LAYOUT" val="a_l"/>
  <p:tag name="KSO_WM_SLIDE_LAYOUT_CNT" val="1_1"/>
  <p:tag name="KSO_WM_SPECIAL_SOURCE" val="bdnull"/>
  <p:tag name="KSO_WM_DIAGRAM_GROUP_CODE" val="l1-1"/>
  <p:tag name="KSO_WM_SLIDE_DIAGTYPE" val="l"/>
</p:tagLst>
</file>

<file path=ppt/tags/tag227.xml><?xml version="1.0" encoding="utf-8"?>
<p:tagLst xmlns:p="http://schemas.openxmlformats.org/presentationml/2006/main">
  <p:tag name="KSO_WM_UNIT_VALUE" val="952*3384"/>
  <p:tag name="KSO_WM_UNIT_HIGHLIGHT" val="0"/>
  <p:tag name="KSO_WM_UNIT_COMPATIBLE" val="0"/>
  <p:tag name="KSO_WM_UNIT_DIAGRAM_ISNUMVISUAL" val="0"/>
  <p:tag name="KSO_WM_UNIT_DIAGRAM_ISREFERUNIT" val="0"/>
  <p:tag name="KSO_WM_UNIT_TYPE" val="d"/>
  <p:tag name="KSO_WM_UNIT_INDEX" val="1"/>
  <p:tag name="KSO_WM_UNIT_ID" val="custom20238285_1*d*1"/>
  <p:tag name="KSO_WM_TEMPLATE_CATEGORY" val="custom"/>
  <p:tag name="KSO_WM_TEMPLATE_INDEX" val="20238285"/>
  <p:tag name="KSO_WM_UNIT_LAYERLEVEL" val="1"/>
  <p:tag name="KSO_WM_TAG_VERSION" val="3.0"/>
  <p:tag name="KSO_WM_BEAUTIFY_FLAG" val="#wm#"/>
  <p:tag name="KSO_WM_DIAGRAM_GROUP_CODE" val="l1-1"/>
  <p:tag name="KSO_WM_UNIT_LINE_FORE_SCHEMECOLOR_INDEX" val="1"/>
  <p:tag name="KSO_WM_UNIT_LINE_FILL_TYPE" val="2"/>
  <p:tag name="KSO_WM_UNIT_USESOURCEFORMAT_APPLY" val="0"/>
</p:tagLst>
</file>

<file path=ppt/tags/tag22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285_1*i*1"/>
  <p:tag name="KSO_WM_TEMPLATE_CATEGORY" val="custom"/>
  <p:tag name="KSO_WM_TEMPLATE_INDEX" val="20238285"/>
  <p:tag name="KSO_WM_UNIT_LAYERLEVEL" val="1"/>
  <p:tag name="KSO_WM_TAG_VERSION" val="3.0"/>
  <p:tag name="KSO_WM_UNIT_FILL_FORE_SCHEMECOLOR_INDEX" val="2"/>
  <p:tag name="KSO_WM_UNIT_FILL_TYPE" val="1"/>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2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8285_1*a*1"/>
  <p:tag name="KSO_WM_TEMPLATE_CATEGORY" val="custom"/>
  <p:tag name="KSO_WM_TEMPLATE_INDEX" val="20238285"/>
  <p:tag name="KSO_WM_UNIT_LAYERLEVEL" val="1"/>
  <p:tag name="KSO_WM_TAG_VERSION" val="3.0"/>
  <p:tag name="KSO_WM_BEAUTIFY_FLAG" val="#wm#"/>
  <p:tag name="KSO_WM_UNIT_TEXT_FILL_FORE_SCHEMECOLOR_INDEX_BRIGHTNESS" val="0.15"/>
  <p:tag name="KSO_WM_UNIT_TEXT_FILL_FORE_SCHEMECOLOR_INDEX" val="13"/>
  <p:tag name="KSO_WM_UNIT_TEXT_FILL_TYPE" val="1"/>
  <p:tag name="KSO_WM_DIAGRAM_GROUP_CODE" val="l1-1"/>
  <p:tag name="KSO_WM_UNIT_USESOURCEFORMAT_APPLY" val="0"/>
  <p:tag name="KSO_WM_UNIT_PRESET_TEXT" val="Your title here"/>
</p:tagLst>
</file>

<file path=ppt/tags/tag230.xml><?xml version="1.0" encoding="utf-8"?>
<p:tagLst xmlns:p="http://schemas.openxmlformats.org/presentationml/2006/main">
  <p:tag name="KSO_WM_DIAGRAM_MAX_ITEMCNT" val="3"/>
  <p:tag name="KSO_WM_DIAGRAM_MIN_ITEMCNT" val="1"/>
  <p:tag name="KSO_WM_DIAGRAM_VIRTUALLY_FRAME" val="{&quot;height&quot;:132.14999999999995,&quot;left&quot;:118.15,&quot;top&quot;:342.8249606299213,&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35_3*l_h_f*1_1_1"/>
  <p:tag name="KSO_WM_TEMPLATE_CATEGORY" val="diagram"/>
  <p:tag name="KSO_WM_TEMPLATE_INDEX" val="20237935"/>
  <p:tag name="KSO_WM_UNIT_LAYERLEVEL" val="1_1_1"/>
  <p:tag name="KSO_WM_TAG_VERSION" val="3.0"/>
  <p:tag name="KSO_WM_BEAUTIFY_FLAG" val="#wm#"/>
  <p:tag name="KSO_WM_UNIT_PRESET_TEXT" val="Presentations are communication tools that can be used as demonstrations."/>
  <p:tag name="KSO_WM_UNIT_USESOURCEFORMAT_APPLY" val="0"/>
</p:tagLst>
</file>

<file path=ppt/tags/tag231.xml><?xml version="1.0" encoding="utf-8"?>
<p:tagLst xmlns:p="http://schemas.openxmlformats.org/presentationml/2006/main">
  <p:tag name="KSO_WM_DIAGRAM_MAX_ITEMCNT" val="3"/>
  <p:tag name="KSO_WM_DIAGRAM_MIN_ITEMCNT" val="1"/>
  <p:tag name="KSO_WM_DIAGRAM_VIRTUALLY_FRAME" val="{&quot;height&quot;:132.14999999999995,&quot;left&quot;:118.15,&quot;top&quot;:342.8249606299213,&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35_3*l_h_a*1_1_1"/>
  <p:tag name="KSO_WM_TEMPLATE_CATEGORY" val="diagram"/>
  <p:tag name="KSO_WM_TEMPLATE_INDEX" val="20237935"/>
  <p:tag name="KSO_WM_UNIT_LAYERLEVEL" val="1_1_1"/>
  <p:tag name="KSO_WM_TAG_VERSION" val="3.0"/>
  <p:tag name="KSO_WM_BEAUTIFY_FLAG" val="#wm#"/>
  <p:tag name="KSO_WM_UNIT_PRESET_TEXT" val="Your title here"/>
  <p:tag name="KSO_WM_UNIT_USESOURCEFORMAT_APPLY" val="0"/>
</p:tagLst>
</file>

<file path=ppt/tags/tag232.xml><?xml version="1.0" encoding="utf-8"?>
<p:tagLst xmlns:p="http://schemas.openxmlformats.org/presentationml/2006/main">
  <p:tag name="KSO_WM_DIAGRAM_MAX_ITEMCNT" val="3"/>
  <p:tag name="KSO_WM_DIAGRAM_MIN_ITEMCNT" val="1"/>
  <p:tag name="KSO_WM_DIAGRAM_VIRTUALLY_FRAME" val="{&quot;height&quot;:132.14999999999995,&quot;left&quot;:118.15,&quot;top&quot;:342.8249606299213,&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7935_3*l_h_f*1_3_1"/>
  <p:tag name="KSO_WM_TEMPLATE_CATEGORY" val="diagram"/>
  <p:tag name="KSO_WM_TEMPLATE_INDEX" val="20237935"/>
  <p:tag name="KSO_WM_UNIT_LAYERLEVEL" val="1_1_1"/>
  <p:tag name="KSO_WM_TAG_VERSION" val="3.0"/>
  <p:tag name="KSO_WM_BEAUTIFY_FLAG" val="#wm#"/>
  <p:tag name="KSO_WM_UNIT_PRESET_TEXT" val="Presentations are communication tools that can be used as demonstrations."/>
  <p:tag name="KSO_WM_UNIT_USESOURCEFORMAT_APPLY" val="0"/>
</p:tagLst>
</file>

<file path=ppt/tags/tag233.xml><?xml version="1.0" encoding="utf-8"?>
<p:tagLst xmlns:p="http://schemas.openxmlformats.org/presentationml/2006/main">
  <p:tag name="KSO_WM_DIAGRAM_MAX_ITEMCNT" val="3"/>
  <p:tag name="KSO_WM_DIAGRAM_MIN_ITEMCNT" val="1"/>
  <p:tag name="KSO_WM_DIAGRAM_VIRTUALLY_FRAME" val="{&quot;height&quot;:132.14999999999995,&quot;left&quot;:118.15,&quot;top&quot;:342.8249606299213,&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7935_3*l_h_a*1_3_1"/>
  <p:tag name="KSO_WM_TEMPLATE_CATEGORY" val="diagram"/>
  <p:tag name="KSO_WM_TEMPLATE_INDEX" val="20237935"/>
  <p:tag name="KSO_WM_UNIT_LAYERLEVEL" val="1_1_1"/>
  <p:tag name="KSO_WM_TAG_VERSION" val="3.0"/>
  <p:tag name="KSO_WM_BEAUTIFY_FLAG" val="#wm#"/>
  <p:tag name="KSO_WM_UNIT_PRESET_TEXT" val="Your title here"/>
  <p:tag name="KSO_WM_UNIT_USESOURCEFORMAT_APPLY" val="0"/>
</p:tagLst>
</file>

<file path=ppt/tags/tag234.xml><?xml version="1.0" encoding="utf-8"?>
<p:tagLst xmlns:p="http://schemas.openxmlformats.org/presentationml/2006/main">
  <p:tag name="KSO_WM_DIAGRAM_MAX_ITEMCNT" val="3"/>
  <p:tag name="KSO_WM_DIAGRAM_MIN_ITEMCNT" val="1"/>
  <p:tag name="KSO_WM_DIAGRAM_VIRTUALLY_FRAME" val="{&quot;height&quot;:132.14999999999995,&quot;left&quot;:118.15,&quot;top&quot;:342.8249606299213,&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7935_3*l_h_f*1_2_1"/>
  <p:tag name="KSO_WM_TEMPLATE_CATEGORY" val="diagram"/>
  <p:tag name="KSO_WM_TEMPLATE_INDEX" val="20237935"/>
  <p:tag name="KSO_WM_UNIT_LAYERLEVEL" val="1_1_1"/>
  <p:tag name="KSO_WM_TAG_VERSION" val="3.0"/>
  <p:tag name="KSO_WM_BEAUTIFY_FLAG" val="#wm#"/>
  <p:tag name="KSO_WM_UNIT_PRESET_TEXT" val="Presentations are communication tools that can be used as demonstrations."/>
  <p:tag name="KSO_WM_UNIT_USESOURCEFORMAT_APPLY" val="0"/>
</p:tagLst>
</file>

<file path=ppt/tags/tag235.xml><?xml version="1.0" encoding="utf-8"?>
<p:tagLst xmlns:p="http://schemas.openxmlformats.org/presentationml/2006/main">
  <p:tag name="KSO_WM_DIAGRAM_MAX_ITEMCNT" val="3"/>
  <p:tag name="KSO_WM_DIAGRAM_MIN_ITEMCNT" val="1"/>
  <p:tag name="KSO_WM_DIAGRAM_VIRTUALLY_FRAME" val="{&quot;height&quot;:132.14999999999995,&quot;left&quot;:118.15,&quot;top&quot;:342.8249606299213,&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7935_3*l_h_a*1_2_1"/>
  <p:tag name="KSO_WM_TEMPLATE_CATEGORY" val="diagram"/>
  <p:tag name="KSO_WM_TEMPLATE_INDEX" val="20237935"/>
  <p:tag name="KSO_WM_UNIT_LAYERLEVEL" val="1_1_1"/>
  <p:tag name="KSO_WM_TAG_VERSION" val="3.0"/>
  <p:tag name="KSO_WM_BEAUTIFY_FLAG" val="#wm#"/>
  <p:tag name="KSO_WM_UNIT_PRESET_TEXT" val="Your title here"/>
  <p:tag name="KSO_WM_UNIT_USESOURCEFORMAT_APPLY" val="0"/>
</p:tagLst>
</file>

<file path=ppt/tags/tag236.xml><?xml version="1.0" encoding="utf-8"?>
<p:tagLst xmlns:p="http://schemas.openxmlformats.org/presentationml/2006/main">
  <p:tag name="KSO_WM_SLIDE_ID" val="custom20238285_1"/>
  <p:tag name="KSO_WM_TEMPLATE_SUBCATEGORY" val="0"/>
  <p:tag name="KSO_WM_TEMPLATE_MASTER_TYPE" val="0"/>
  <p:tag name="KSO_WM_TEMPLATE_COLOR_TYPE" val="0"/>
  <p:tag name="KSO_WM_SLIDE_ITEM_CNT" val="1"/>
  <p:tag name="KSO_WM_SLIDE_INDEX" val="1"/>
  <p:tag name="KSO_WM_TAG_VERSION" val="3.0"/>
  <p:tag name="KSO_WM_BEAUTIFY_FLAG" val="#wm#"/>
  <p:tag name="KSO_WM_TEMPLATE_CATEGORY" val="custom"/>
  <p:tag name="KSO_WM_TEMPLATE_INDEX" val="20237984"/>
  <p:tag name="KSO_WM_SLIDE_TYPE" val="text"/>
  <p:tag name="KSO_WM_SLIDE_SUBTYPE" val="picTxt"/>
  <p:tag name="KSO_WM_SLIDE_SIZE" val="745.9*95.95"/>
  <p:tag name="KSO_WM_SLIDE_POSITION" val="118.15*379"/>
  <p:tag name="KSO_WM_SLIDE_LAYOUT" val="a_d_l"/>
  <p:tag name="KSO_WM_SLIDE_LAYOUT_CNT" val="1_1_1"/>
  <p:tag name="KSO_WM_SPECIAL_SOURCE" val="bdnull"/>
  <p:tag name="KSO_WM_DIAGRAM_GROUP_CODE" val="l1-1"/>
  <p:tag name="KSO_WM_SLIDE_DIAGTYPE" val="l"/>
</p:tagLst>
</file>

<file path=ppt/tags/tag23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8235_1*a*1"/>
  <p:tag name="KSO_WM_TEMPLATE_CATEGORY" val="custom"/>
  <p:tag name="KSO_WM_TEMPLATE_INDEX" val="20238235"/>
  <p:tag name="KSO_WM_UNIT_LAYERLEVEL" val="1"/>
  <p:tag name="KSO_WM_TAG_VERSION" val="3.0"/>
  <p:tag name="KSO_WM_BEAUTIFY_FLAG" val="#wm#"/>
  <p:tag name="KSO_WM_UNIT_VALUE" val="30"/>
  <p:tag name="KSO_WM_UNIT_PRESET_TEXT" val="Your title here"/>
  <p:tag name="KSO_WM_UNIT_TEXT_FILL_FORE_SCHEMECOLOR_INDEX" val="13"/>
  <p:tag name="KSO_WM_UNIT_TEXT_FILL_TYPE" val="1"/>
  <p:tag name="KSO_WM_UNIT_USESOURCEFORMAT_APPLY" val="1"/>
</p:tagLst>
</file>

<file path=ppt/tags/tag238.xml><?xml version="1.0" encoding="utf-8"?>
<p:tagLst xmlns:p="http://schemas.openxmlformats.org/presentationml/2006/main">
  <p:tag name="KSO_WM_UNIT_VALUE" val="1903*180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8235_1*d*1"/>
  <p:tag name="KSO_WM_TEMPLATE_CATEGORY" val="custom"/>
  <p:tag name="KSO_WM_TEMPLATE_INDEX" val="20238235"/>
  <p:tag name="KSO_WM_UNIT_LAYERLEVEL" val="1"/>
  <p:tag name="KSO_WM_TAG_VERSION" val="3.0"/>
  <p:tag name="KSO_WM_BEAUTIFY_FLAG" val="#wm#"/>
  <p:tag name="KSO_WM_UNIT_USESOURCEFORMAT_APPLY"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235_1*i*1"/>
  <p:tag name="KSO_WM_TEMPLATE_CATEGORY" val="custom"/>
  <p:tag name="KSO_WM_TEMPLATE_INDEX" val="20238235"/>
  <p:tag name="KSO_WM_UNIT_LAYERLEVEL" val="1"/>
  <p:tag name="KSO_WM_TAG_VERSION" val="3.0"/>
  <p:tag name="KSO_WM_BEAUTIFY_FLAG" val="#wm#"/>
  <p:tag name="KSO_WM_UNIT_FILL_FORE_SCHEMECOLOR_INDEX" val="5"/>
  <p:tag name="KSO_WM_UNIT_TEXT_FILL_FORE_SCHEMECOLOR_INDEX" val="2"/>
  <p:tag name="KSO_WM_UNIT_TEXT_FILL_TYPE" val="1"/>
  <p:tag name="KSO_WM_UNIT_USESOURCEFORMAT_APPLY" val="1"/>
</p:tagLst>
</file>

<file path=ppt/tags/tag24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8235_1*i*2"/>
  <p:tag name="KSO_WM_TEMPLATE_CATEGORY" val="custom"/>
  <p:tag name="KSO_WM_TEMPLATE_INDEX" val="20238235"/>
  <p:tag name="KSO_WM_UNIT_LAYERLEVEL" val="1"/>
  <p:tag name="KSO_WM_TAG_VERSION" val="3.0"/>
  <p:tag name="KSO_WM_UNIT_FILL_FORE_SCHEMECOLOR_INDEX" val="10"/>
  <p:tag name="KSO_WM_UNIT_TEXT_FILL_FORE_SCHEMECOLOR_INDEX" val="2"/>
  <p:tag name="KSO_WM_UNIT_TEXT_FILL_TYPE" val="1"/>
  <p:tag name="KSO_WM_UNIT_USESOURCEFORMAT_APPLY" val="1"/>
</p:tagLst>
</file>

<file path=ppt/tags/tag241.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20_4*l_h_f*1_1_1"/>
  <p:tag name="KSO_WM_TEMPLATE_CATEGORY" val="diagram"/>
  <p:tag name="KSO_WM_TEMPLATE_INDEX" val="20237920"/>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42.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20_4*l_h_a*1_1_1"/>
  <p:tag name="KSO_WM_TEMPLATE_CATEGORY" val="diagram"/>
  <p:tag name="KSO_WM_TEMPLATE_INDEX" val="20237920"/>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1"/>
</p:tagLst>
</file>

<file path=ppt/tags/tag243.xml><?xml version="1.0" encoding="utf-8"?>
<p:tagLst xmlns:p="http://schemas.openxmlformats.org/presentationml/2006/main">
  <p:tag name="KSO_WM_UNIT_TEXT_FILL_FORE_SCHEMECOLOR_INDEX_BRIGHTNESS" val="0.15"/>
  <p:tag name="KSO_WM_DIAGRAM_MAX_ITEMCNT" val="5"/>
  <p:tag name="KSO_WM_DIAGRAM_MIN_ITEMCNT" val="2"/>
  <p:tag name="KSO_WM_DIAGRAM_VIRTUALLY_FRAME" val="{&quot;height&quot;:377.1499938964844,&quot;width&quot;:362.7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7920_4*l_h_i*1_1_1"/>
  <p:tag name="KSO_WM_TEMPLATE_CATEGORY" val="diagram"/>
  <p:tag name="KSO_WM_TEMPLATE_INDEX" val="20237920"/>
  <p:tag name="KSO_WM_UNIT_LAYERLEVEL" val="1_1_1"/>
  <p:tag name="KSO_WM_TAG_VERSION" val="3.0"/>
  <p:tag name="KSO_WM_BEAUTIFY_FLAG" val="#wm#"/>
  <p:tag name="KSO_WM_UNIT_PRESET_TEXT" val="01"/>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244.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7920_4*l_h_f*1_2_1"/>
  <p:tag name="KSO_WM_TEMPLATE_CATEGORY" val="diagram"/>
  <p:tag name="KSO_WM_TEMPLATE_INDEX" val="20237920"/>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45.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7920_4*l_h_a*1_2_1"/>
  <p:tag name="KSO_WM_TEMPLATE_CATEGORY" val="diagram"/>
  <p:tag name="KSO_WM_TEMPLATE_INDEX" val="20237920"/>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1"/>
</p:tagLst>
</file>

<file path=ppt/tags/tag246.xml><?xml version="1.0" encoding="utf-8"?>
<p:tagLst xmlns:p="http://schemas.openxmlformats.org/presentationml/2006/main">
  <p:tag name="KSO_WM_UNIT_TEXT_FILL_FORE_SCHEMECOLOR_INDEX_BRIGHTNESS" val="0.15"/>
  <p:tag name="KSO_WM_DIAGRAM_MAX_ITEMCNT" val="5"/>
  <p:tag name="KSO_WM_DIAGRAM_MIN_ITEMCNT" val="2"/>
  <p:tag name="KSO_WM_DIAGRAM_VIRTUALLY_FRAME" val="{&quot;height&quot;:377.1499938964844,&quot;width&quot;:362.7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7920_4*l_h_i*1_2_1"/>
  <p:tag name="KSO_WM_TEMPLATE_CATEGORY" val="diagram"/>
  <p:tag name="KSO_WM_TEMPLATE_INDEX" val="20237920"/>
  <p:tag name="KSO_WM_UNIT_LAYERLEVEL" val="1_1_1"/>
  <p:tag name="KSO_WM_TAG_VERSION" val="3.0"/>
  <p:tag name="KSO_WM_BEAUTIFY_FLAG" val="#wm#"/>
  <p:tag name="KSO_WM_UNIT_PRESET_TEXT" val="02"/>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247.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7920_4*l_h_f*1_3_1"/>
  <p:tag name="KSO_WM_TEMPLATE_CATEGORY" val="diagram"/>
  <p:tag name="KSO_WM_TEMPLATE_INDEX" val="20237920"/>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48.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7920_4*l_h_a*1_3_1"/>
  <p:tag name="KSO_WM_TEMPLATE_CATEGORY" val="diagram"/>
  <p:tag name="KSO_WM_TEMPLATE_INDEX" val="20237920"/>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1"/>
</p:tagLst>
</file>

<file path=ppt/tags/tag249.xml><?xml version="1.0" encoding="utf-8"?>
<p:tagLst xmlns:p="http://schemas.openxmlformats.org/presentationml/2006/main">
  <p:tag name="KSO_WM_UNIT_TEXT_FILL_FORE_SCHEMECOLOR_INDEX_BRIGHTNESS" val="0.15"/>
  <p:tag name="KSO_WM_DIAGRAM_MAX_ITEMCNT" val="5"/>
  <p:tag name="KSO_WM_DIAGRAM_MIN_ITEMCNT" val="2"/>
  <p:tag name="KSO_WM_DIAGRAM_VIRTUALLY_FRAME" val="{&quot;height&quot;:377.1499938964844,&quot;width&quot;:362.7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7920_4*l_h_i*1_3_1"/>
  <p:tag name="KSO_WM_TEMPLATE_CATEGORY" val="diagram"/>
  <p:tag name="KSO_WM_TEMPLATE_INDEX" val="20237920"/>
  <p:tag name="KSO_WM_UNIT_LAYERLEVEL" val="1_1_1"/>
  <p:tag name="KSO_WM_TAG_VERSION" val="3.0"/>
  <p:tag name="KSO_WM_BEAUTIFY_FLAG" val="#wm#"/>
  <p:tag name="KSO_WM_UNIT_PRESET_TEXT" val="03"/>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250.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7920_4*l_h_f*1_4_1"/>
  <p:tag name="KSO_WM_TEMPLATE_CATEGORY" val="diagram"/>
  <p:tag name="KSO_WM_TEMPLATE_INDEX" val="20237920"/>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51.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7920_4*l_h_a*1_4_1"/>
  <p:tag name="KSO_WM_TEMPLATE_CATEGORY" val="diagram"/>
  <p:tag name="KSO_WM_TEMPLATE_INDEX" val="20237920"/>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1"/>
</p:tagLst>
</file>

<file path=ppt/tags/tag252.xml><?xml version="1.0" encoding="utf-8"?>
<p:tagLst xmlns:p="http://schemas.openxmlformats.org/presentationml/2006/main">
  <p:tag name="KSO_WM_UNIT_TEXT_FILL_FORE_SCHEMECOLOR_INDEX_BRIGHTNESS" val="0.15"/>
  <p:tag name="KSO_WM_DIAGRAM_MAX_ITEMCNT" val="5"/>
  <p:tag name="KSO_WM_DIAGRAM_MIN_ITEMCNT" val="2"/>
  <p:tag name="KSO_WM_DIAGRAM_VIRTUALLY_FRAME" val="{&quot;height&quot;:377.1499938964844,&quot;width&quot;:362.7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7920_4*l_h_i*1_4_1"/>
  <p:tag name="KSO_WM_TEMPLATE_CATEGORY" val="diagram"/>
  <p:tag name="KSO_WM_TEMPLATE_INDEX" val="20237920"/>
  <p:tag name="KSO_WM_UNIT_LAYERLEVEL" val="1_1_1"/>
  <p:tag name="KSO_WM_TAG_VERSION" val="3.0"/>
  <p:tag name="KSO_WM_BEAUTIFY_FLAG" val="#wm#"/>
  <p:tag name="KSO_WM_UNIT_PRESET_TEXT" val="04"/>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253.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7920_4*l_h_f*1_5_1"/>
  <p:tag name="KSO_WM_TEMPLATE_CATEGORY" val="diagram"/>
  <p:tag name="KSO_WM_TEMPLATE_INDEX" val="20237920"/>
  <p:tag name="KSO_WM_UNIT_LAYERLEVEL" val="1_1_1"/>
  <p:tag name="KSO_WM_TAG_VERSION" val="3.0"/>
  <p:tag name="KSO_WM_BEAUTIFY_FLAG" val="#wm#"/>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54.xml><?xml version="1.0" encoding="utf-8"?>
<p:tagLst xmlns:p="http://schemas.openxmlformats.org/presentationml/2006/main">
  <p:tag name="KSO_WM_DIAGRAM_MAX_ITEMCNT" val="5"/>
  <p:tag name="KSO_WM_DIAGRAM_MIN_ITEMCNT" val="2"/>
  <p:tag name="KSO_WM_DIAGRAM_VIRTUALLY_FRAME" val="{&quot;height&quot;:377.1499938964844,&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7920_4*l_h_a*1_5_1"/>
  <p:tag name="KSO_WM_TEMPLATE_CATEGORY" val="diagram"/>
  <p:tag name="KSO_WM_TEMPLATE_INDEX" val="20237920"/>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1"/>
</p:tagLst>
</file>

<file path=ppt/tags/tag255.xml><?xml version="1.0" encoding="utf-8"?>
<p:tagLst xmlns:p="http://schemas.openxmlformats.org/presentationml/2006/main">
  <p:tag name="KSO_WM_UNIT_TEXT_FILL_FORE_SCHEMECOLOR_INDEX_BRIGHTNESS" val="0.15"/>
  <p:tag name="KSO_WM_DIAGRAM_MAX_ITEMCNT" val="5"/>
  <p:tag name="KSO_WM_DIAGRAM_MIN_ITEMCNT" val="2"/>
  <p:tag name="KSO_WM_DIAGRAM_VIRTUALLY_FRAME" val="{&quot;height&quot;:377.1499938964844,&quot;width&quot;:362.7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7920_4*l_h_i*1_5_1"/>
  <p:tag name="KSO_WM_TEMPLATE_CATEGORY" val="diagram"/>
  <p:tag name="KSO_WM_TEMPLATE_INDEX" val="20237920"/>
  <p:tag name="KSO_WM_UNIT_LAYERLEVEL" val="1_1_1"/>
  <p:tag name="KSO_WM_TAG_VERSION" val="3.0"/>
  <p:tag name="KSO_WM_BEAUTIFY_FLAG" val="#wm#"/>
  <p:tag name="KSO_WM_UNIT_PRESET_TEXT" val="05"/>
  <p:tag name="KSO_WM_UNIT_FILL_TYPE" val="1"/>
  <p:tag name="KSO_WM_UNIT_FILL_FORE_SCHEMECOLOR_INDEX" val="5"/>
  <p:tag name="KSO_WM_UNIT_FILL_FORE_SCHEMECOLOR_INDEX_BRIGHTNESS" val="0"/>
  <p:tag name="KSO_WM_UNIT_TEXT_FILL_FORE_SCHEMECOLOR_INDEX" val="1"/>
  <p:tag name="KSO_WM_UNIT_TEXT_FILL_TYPE" val="1"/>
  <p:tag name="KSO_WM_UNIT_SHADOW_SCHEMECOLOR_INDEX" val="5"/>
  <p:tag name="KSO_WM_UNIT_USESOURCEFORMAT_APPLY" val="1"/>
</p:tagLst>
</file>

<file path=ppt/tags/tag256.xml><?xml version="1.0" encoding="utf-8"?>
<p:tagLst xmlns:p="http://schemas.openxmlformats.org/presentationml/2006/main">
  <p:tag name="KSO_WM_SLIDE_ID" val="custom20238235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8235"/>
  <p:tag name="KSO_WM_SLIDE_TYPE" val="text"/>
  <p:tag name="KSO_WM_SLIDE_SUBTYPE" val="picTxt"/>
  <p:tag name="KSO_WM_SLIDE_SIZE" val="362.75*317.05"/>
  <p:tag name="KSO_WM_SLIDE_POSITION" val="54.45*169.75"/>
  <p:tag name="KSO_WM_SLIDE_LAYOUT" val="a_d_l"/>
  <p:tag name="KSO_WM_SLIDE_LAYOUT_CNT" val="1_1_1"/>
  <p:tag name="KSO_WM_SPECIAL_SOURCE" val="bdnull"/>
  <p:tag name="KSO_WM_DIAGRAM_GROUP_CODE" val="l1-1"/>
  <p:tag name="KSO_WM_SLIDE_DIAGTYPE" val="l"/>
</p:tagLst>
</file>

<file path=ppt/tags/tag257.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1"/>
  <p:tag name="KSO_WM_TEMPLATE_INDEX" val="20238241"/>
  <p:tag name="KSO_WM_UNIT_ID" val="custom20238241_1*a*1"/>
  <p:tag name="KSO_WM_UNIT_PRESET_TEXT" val="Your title here"/>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241_1*i*1"/>
  <p:tag name="KSO_WM_TEMPLATE_CATEGORY" val="custom"/>
  <p:tag name="KSO_WM_TEMPLATE_INDEX" val="20238241"/>
  <p:tag name="KSO_WM_UNIT_LAYERLEVEL" val="1"/>
  <p:tag name="KSO_WM_TAG_VERSION" val="3.0"/>
  <p:tag name="KSO_WM_BEAUTIFY_FLAG" val="#wm#"/>
  <p:tag name="KSO_WM_UNIT_USESOURCEFORMAT_APPLY" val="1"/>
</p:tagLst>
</file>

<file path=ppt/tags/tag259.xml><?xml version="1.0" encoding="utf-8"?>
<p:tagLst xmlns:p="http://schemas.openxmlformats.org/presentationml/2006/main">
  <p:tag name="KSO_WM_UNIT_VALUE" val="855*952"/>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8241_1*d*1"/>
  <p:tag name="KSO_WM_TEMPLATE_CATEGORY" val="custom"/>
  <p:tag name="KSO_WM_TEMPLATE_INDEX" val="20238241"/>
  <p:tag name="KSO_WM_UNIT_LAYERLEVEL" val="1"/>
  <p:tag name="KSO_WM_TAG_VERSION" val="3.0"/>
  <p:tag name="KSO_WM_BEAUTIFY_FLAG" val="#wm#"/>
  <p:tag name="KSO_WM_UNIT_USESOURCEFORMAT_APPLY"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8326_3*l_h_i*1_1_1"/>
  <p:tag name="KSO_WM_TEMPLATE_CATEGORY" val="diagram"/>
  <p:tag name="KSO_WM_TEMPLATE_INDEX" val="20238326"/>
  <p:tag name="KSO_WM_UNIT_LAYERLEVEL" val="1_1_1"/>
  <p:tag name="KSO_WM_TAG_VERSION" val="3.0"/>
  <p:tag name="KSO_WM_BEAUTIFY_FLAG" val="#wm#"/>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5799999833106995},&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TEXT_FILL_FORE_SCHEMECOLOR_INDEX" val="1"/>
  <p:tag name="KSO_WM_UNIT_TEXT_FILL_TYPE" val="1"/>
  <p:tag name="KSO_WM_UNIT_USESOURCEFORMAT_APPLY" val="1"/>
</p:tagLst>
</file>

<file path=ppt/tags/tag261.xml><?xml version="1.0" encoding="utf-8"?>
<p:tagLst xmlns:p="http://schemas.openxmlformats.org/presentationml/2006/main">
  <p:tag name="KSO_WM_UNIT_LINE_FORE_SCHEMECOLOR_INDEX_BRIGHTNESS" val="0"/>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8326_3*l_h_i*1_1_2"/>
  <p:tag name="KSO_WM_TEMPLATE_CATEGORY" val="diagram"/>
  <p:tag name="KSO_WM_TEMPLATE_INDEX" val="20238326"/>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2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326_3*l_h_a*1_1_1"/>
  <p:tag name="KSO_WM_TEMPLATE_CATEGORY" val="diagram"/>
  <p:tag name="KSO_WM_TEMPLATE_INDEX" val="20238326"/>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1"/>
</p:tagLst>
</file>

<file path=ppt/tags/tag26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326_3*l_h_f*1_1_1"/>
  <p:tag name="KSO_WM_TEMPLATE_CATEGORY" val="diagram"/>
  <p:tag name="KSO_WM_TEMPLATE_INDEX" val="20238326"/>
  <p:tag name="KSO_WM_UNIT_LAYERLEVEL" val="1_1_1"/>
  <p:tag name="KSO_WM_TAG_VERSION" val="3.0"/>
  <p:tag name="KSO_WM_BEAUTIFY_FLAG" val="#wm#"/>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UNIT_USESOURCEFORMAT_APPLY"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8326_3*l_h_i*1_3_1"/>
  <p:tag name="KSO_WM_TEMPLATE_CATEGORY" val="diagram"/>
  <p:tag name="KSO_WM_TEMPLATE_INDEX" val="20238326"/>
  <p:tag name="KSO_WM_UNIT_LAYERLEVEL" val="1_1_1"/>
  <p:tag name="KSO_WM_TAG_VERSION" val="3.0"/>
  <p:tag name="KSO_WM_BEAUTIFY_FLAG" val="#wm#"/>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5799999833106995},&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TEXT_FILL_FORE_SCHEMECOLOR_INDEX" val="1"/>
  <p:tag name="KSO_WM_UNIT_TEXT_FILL_TYPE" val="1"/>
  <p:tag name="KSO_WM_UNIT_USESOURCEFORMAT_APPLY" val="1"/>
</p:tagLst>
</file>

<file path=ppt/tags/tag265.xml><?xml version="1.0" encoding="utf-8"?>
<p:tagLst xmlns:p="http://schemas.openxmlformats.org/presentationml/2006/main">
  <p:tag name="KSO_WM_UNIT_LINE_FORE_SCHEMECOLOR_INDEX_BRIGHTNESS" val="0"/>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8326_3*l_h_i*1_3_2"/>
  <p:tag name="KSO_WM_TEMPLATE_CATEGORY" val="diagram"/>
  <p:tag name="KSO_WM_TEMPLATE_INDEX" val="20238326"/>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2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8326_3*l_h_a*1_3_1"/>
  <p:tag name="KSO_WM_TEMPLATE_CATEGORY" val="diagram"/>
  <p:tag name="KSO_WM_TEMPLATE_INDEX" val="20238326"/>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1"/>
</p:tagLst>
</file>

<file path=ppt/tags/tag2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326_3*l_h_f*1_3_1"/>
  <p:tag name="KSO_WM_TEMPLATE_CATEGORY" val="diagram"/>
  <p:tag name="KSO_WM_TEMPLATE_INDEX" val="20238326"/>
  <p:tag name="KSO_WM_UNIT_LAYERLEVEL" val="1_1_1"/>
  <p:tag name="KSO_WM_TAG_VERSION" val="3.0"/>
  <p:tag name="KSO_WM_BEAUTIFY_FLAG" val="#wm#"/>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UNIT_USESOURCEFORMAT_APPLY"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8326_3*l_h_i*1_2_1"/>
  <p:tag name="KSO_WM_TEMPLATE_CATEGORY" val="diagram"/>
  <p:tag name="KSO_WM_TEMPLATE_INDEX" val="20238326"/>
  <p:tag name="KSO_WM_UNIT_LAYERLEVEL" val="1_1_1"/>
  <p:tag name="KSO_WM_TAG_VERSION" val="3.0"/>
  <p:tag name="KSO_WM_BEAUTIFY_FLAG" val="#wm#"/>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5799999833106995},&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TEXT_FILL_FORE_SCHEMECOLOR_INDEX" val="1"/>
  <p:tag name="KSO_WM_UNIT_TEXT_FILL_TYPE" val="1"/>
  <p:tag name="KSO_WM_UNIT_USESOURCEFORMAT_APPLY" val="1"/>
</p:tagLst>
</file>

<file path=ppt/tags/tag269.xml><?xml version="1.0" encoding="utf-8"?>
<p:tagLst xmlns:p="http://schemas.openxmlformats.org/presentationml/2006/main">
  <p:tag name="KSO_WM_UNIT_LINE_FORE_SCHEMECOLOR_INDEX_BRIGHTNESS" val="0"/>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8326_3*l_h_i*1_2_2"/>
  <p:tag name="KSO_WM_TEMPLATE_CATEGORY" val="diagram"/>
  <p:tag name="KSO_WM_TEMPLATE_INDEX" val="20238326"/>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27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326_3*l_h_a*1_2_1"/>
  <p:tag name="KSO_WM_TEMPLATE_CATEGORY" val="diagram"/>
  <p:tag name="KSO_WM_TEMPLATE_INDEX" val="20238326"/>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1"/>
</p:tagLst>
</file>

<file path=ppt/tags/tag2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326_3*l_h_f*1_2_1"/>
  <p:tag name="KSO_WM_TEMPLATE_CATEGORY" val="diagram"/>
  <p:tag name="KSO_WM_TEMPLATE_INDEX" val="20238326"/>
  <p:tag name="KSO_WM_UNIT_LAYERLEVEL" val="1_1_1"/>
  <p:tag name="KSO_WM_TAG_VERSION" val="3.0"/>
  <p:tag name="KSO_WM_BEAUTIFY_FLAG" val="#wm#"/>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UNIT_USESOURCEFORMAT_APPLY"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8326_3*l_h_i*1_4_1"/>
  <p:tag name="KSO_WM_TEMPLATE_CATEGORY" val="diagram"/>
  <p:tag name="KSO_WM_TEMPLATE_INDEX" val="20238326"/>
  <p:tag name="KSO_WM_UNIT_LAYERLEVEL" val="1_1_1"/>
  <p:tag name="KSO_WM_TAG_VERSION" val="3.0"/>
  <p:tag name="KSO_WM_BEAUTIFY_FLAG" val="#wm#"/>
  <p:tag name="KSO_WM_UNIT_TEXT_FILL_FORE_SCHEMECOLOR_INDEX_BRIGHTNESS" val="0"/>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5799999833106995},&quot;type&quot;:1},&quot;glow&quot;:{&quot;colorType&quot;:0},&quot;line&quot;:{&quot;type&quot;:0},&quot;shadow&quot;:{&quot;colorType&quot;:0},&quot;threeD&quot;:{&quot;curvedSurface&quot;:{&quot;brightness&quot;:0,&quot;colorType&quot;:2,&quot;rgb&quot;:&quot;#000000&quot;},&quot;depth&quot;:{&quot;colorType&quot;:0}}}}"/>
  <p:tag name="KSO_WM_UNIT_PRESET_TEXT" val="04"/>
  <p:tag name="KSO_WM_UNIT_TEXT_FILL_FORE_SCHEMECOLOR_INDEX" val="1"/>
  <p:tag name="KSO_WM_UNIT_TEXT_FILL_TYPE" val="1"/>
  <p:tag name="KSO_WM_UNIT_USESOURCEFORMAT_APPLY" val="1"/>
</p:tagLst>
</file>

<file path=ppt/tags/tag273.xml><?xml version="1.0" encoding="utf-8"?>
<p:tagLst xmlns:p="http://schemas.openxmlformats.org/presentationml/2006/main">
  <p:tag name="KSO_WM_UNIT_LINE_FORE_SCHEMECOLOR_INDEX_BRIGHTNESS" val="0"/>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8326_3*l_h_i*1_4_2"/>
  <p:tag name="KSO_WM_TEMPLATE_CATEGORY" val="diagram"/>
  <p:tag name="KSO_WM_TEMPLATE_INDEX" val="20238326"/>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2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8326_3*l_h_a*1_4_1"/>
  <p:tag name="KSO_WM_TEMPLATE_CATEGORY" val="diagram"/>
  <p:tag name="KSO_WM_TEMPLATE_INDEX" val="20238326"/>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1"/>
</p:tagLst>
</file>

<file path=ppt/tags/tag27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8326_3*l_h_f*1_4_1"/>
  <p:tag name="KSO_WM_TEMPLATE_CATEGORY" val="diagram"/>
  <p:tag name="KSO_WM_TEMPLATE_INDEX" val="20238326"/>
  <p:tag name="KSO_WM_UNIT_LAYERLEVEL" val="1_1_1"/>
  <p:tag name="KSO_WM_TAG_VERSION" val="3.0"/>
  <p:tag name="KSO_WM_BEAUTIFY_FLAG" val="#wm#"/>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42.74740157480323,&quot;left&quot;:358.7083364411601,&quot;top&quot;:140.77850393700788,&quot;width&quot;:570.051831054687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p:tag name="KSO_WM_UNIT_TEXT_FILL_FORE_SCHEMECOLOR_INDEX" val="1"/>
  <p:tag name="KSO_WM_UNIT_TEXT_FILL_TYPE" val="1"/>
  <p:tag name="KSO_WM_UNIT_USESOURCEFORMAT_APPLY" val="1"/>
</p:tagLst>
</file>

<file path=ppt/tags/tag276.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59.752*323.587"/>
  <p:tag name="KSO_WM_SLIDE_POSITION" val="367.27*143.075"/>
  <p:tag name="KSO_WM_SLIDE_LAYOUT" val="a_d_l"/>
  <p:tag name="KSO_WM_SLIDE_LAYOUT_CNT" val="1_1_1"/>
  <p:tag name="KSO_WM_SPECIAL_SOURCE" val="bdnull"/>
  <p:tag name="KSO_WM_DIAGRAM_GROUP_CODE" val="l1-1"/>
  <p:tag name="KSO_WM_SLIDE_DIAGTYPE" val="l"/>
  <p:tag name="KSO_WM_TEMPLATE_INDEX" val="20238241"/>
  <p:tag name="KSO_WM_TEMPLATE_SUBCATEGORY" val="0"/>
  <p:tag name="KSO_WM_SLIDE_INDEX" val="1"/>
  <p:tag name="KSO_WM_TAG_VERSION" val="3.0"/>
  <p:tag name="KSO_WM_SLIDE_ID" val="custom20238241_1"/>
  <p:tag name="KSO_WM_SLIDE_ITEM_CNT" val="3"/>
</p:tagLst>
</file>

<file path=ppt/tags/tag277.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custom20237984_9*f*1"/>
  <p:tag name="KSO_WM_TEMPLATE_CATEGORY" val="custom"/>
  <p:tag name="KSO_WM_TEMPLATE_INDEX" val="20237984"/>
  <p:tag name="KSO_WM_UNIT_LAYERLEVEL" val="1"/>
  <p:tag name="KSO_WM_TAG_VERSION" val="3.0"/>
  <p:tag name="KSO_WM_BEAUTIFY_FLAG" val="#wm#"/>
  <p:tag name="KSO_WM_UNIT_PRESET_TEXT" val="Name"/>
</p:tagLst>
</file>

<file path=ppt/tags/tag27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7984_9*a*1"/>
  <p:tag name="KSO_WM_TEMPLATE_CATEGORY" val="custom"/>
  <p:tag name="KSO_WM_TEMPLATE_INDEX" val="20237984"/>
  <p:tag name="KSO_WM_UNIT_LAYERLEVEL" val="1"/>
  <p:tag name="KSO_WM_TAG_VERSION" val="3.0"/>
  <p:tag name="KSO_WM_BEAUTIFY_FLAG" val="#wm#"/>
  <p:tag name="KSO_WM_UNIT_PRESET_TEXT" val="THANK YOU"/>
</p:tagLst>
</file>

<file path=ppt/tags/tag279.xml><?xml version="1.0" encoding="utf-8"?>
<p:tagLst xmlns:p="http://schemas.openxmlformats.org/presentationml/2006/main">
  <p:tag name="KSO_WM_SPECIAL_SOURCE" val="bdnull"/>
  <p:tag name="KSO_WM_SLIDE_CONTENT_AREA" val="{&quot;left&quot;:&quot;347&quot;,&quot;top&quot;:&quot;105.7&quot;,&quot;width&quot;:&quot;576.4&quot;,&quot;height&quot;:&quot;343.95&quot;}"/>
  <p:tag name="KSO_WM_SLIDE_ID" val="custom20237984_9"/>
  <p:tag name="KSO_WM_TEMPLATE_SUBCATEGORY" val="29"/>
  <p:tag name="KSO_WM_TEMPLATE_MASTER_TYPE" val="0"/>
  <p:tag name="KSO_WM_TEMPLATE_COLOR_TYPE" val="0"/>
  <p:tag name="KSO_WM_SLIDE_TYPE" val="endPage"/>
  <p:tag name="KSO_WM_SLIDE_SUBTYPE" val="pureTxt"/>
  <p:tag name="KSO_WM_SLIDE_ITEM_CNT" val="0"/>
  <p:tag name="KSO_WM_SLIDE_INDEX" val="9"/>
  <p:tag name="KSO_WM_TAG_VERSION" val="3.0"/>
  <p:tag name="KSO_WM_BEAUTIFY_FLAG" val="#wm#"/>
  <p:tag name="KSO_WM_TEMPLATE_CATEGORY" val="custom"/>
  <p:tag name="KSO_WM_TEMPLATE_INDEX" val="20237984"/>
  <p:tag name="KSO_WM_SLIDE_LAYOUT" val="a_f"/>
  <p:tag name="KSO_WM_SLIDE_LAYOUT_CNT" val="1_1"/>
</p:tagLst>
</file>

<file path=ppt/tags/tag280.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自定义 57">
      <a:dk1>
        <a:srgbClr val="000000"/>
      </a:dk1>
      <a:lt1>
        <a:srgbClr val="FFFFFF"/>
      </a:lt1>
      <a:dk2>
        <a:srgbClr val="421B00"/>
      </a:dk2>
      <a:lt2>
        <a:srgbClr val="FFF0E7"/>
      </a:lt2>
      <a:accent1>
        <a:srgbClr val="FF6600"/>
      </a:accent1>
      <a:accent2>
        <a:srgbClr val="53A6EB"/>
      </a:accent2>
      <a:accent3>
        <a:srgbClr val="45CB98"/>
      </a:accent3>
      <a:accent4>
        <a:srgbClr val="FFB03B"/>
      </a:accent4>
      <a:accent5>
        <a:srgbClr val="EC5E3C"/>
      </a:accent5>
      <a:accent6>
        <a:srgbClr val="EC4A7C"/>
      </a:accent6>
      <a:hlink>
        <a:srgbClr val="0563C1"/>
      </a:hlink>
      <a:folHlink>
        <a:srgbClr val="954D72"/>
      </a:folHlink>
    </a:clrScheme>
    <a:fontScheme name="Manrope ExtraBold +Lato">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自定义 57">
      <a:dk1>
        <a:srgbClr val="000000"/>
      </a:dk1>
      <a:lt1>
        <a:srgbClr val="FFFFFF"/>
      </a:lt1>
      <a:dk2>
        <a:srgbClr val="421B00"/>
      </a:dk2>
      <a:lt2>
        <a:srgbClr val="FFF0E7"/>
      </a:lt2>
      <a:accent1>
        <a:srgbClr val="FF6600"/>
      </a:accent1>
      <a:accent2>
        <a:srgbClr val="53A6EB"/>
      </a:accent2>
      <a:accent3>
        <a:srgbClr val="45CB98"/>
      </a:accent3>
      <a:accent4>
        <a:srgbClr val="FFB03B"/>
      </a:accent4>
      <a:accent5>
        <a:srgbClr val="EC5E3C"/>
      </a:accent5>
      <a:accent6>
        <a:srgbClr val="EC4A7C"/>
      </a:accent6>
      <a:hlink>
        <a:srgbClr val="0563C1"/>
      </a:hlink>
      <a:folHlink>
        <a:srgbClr val="954D72"/>
      </a:folHlink>
    </a:clrScheme>
    <a:fontScheme name="Manrope ExtraBold +Lato">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自定义 57">
      <a:dk1>
        <a:srgbClr val="000000"/>
      </a:dk1>
      <a:lt1>
        <a:srgbClr val="FFFFFF"/>
      </a:lt1>
      <a:dk2>
        <a:srgbClr val="421B00"/>
      </a:dk2>
      <a:lt2>
        <a:srgbClr val="FFF0E7"/>
      </a:lt2>
      <a:accent1>
        <a:srgbClr val="FF6600"/>
      </a:accent1>
      <a:accent2>
        <a:srgbClr val="53A6EB"/>
      </a:accent2>
      <a:accent3>
        <a:srgbClr val="45CB98"/>
      </a:accent3>
      <a:accent4>
        <a:srgbClr val="FFB03B"/>
      </a:accent4>
      <a:accent5>
        <a:srgbClr val="EC5E3C"/>
      </a:accent5>
      <a:accent6>
        <a:srgbClr val="EC4A7C"/>
      </a:accent6>
      <a:hlink>
        <a:srgbClr val="0563C1"/>
      </a:hlink>
      <a:folHlink>
        <a:srgbClr val="954D72"/>
      </a:folHlink>
    </a:clrScheme>
    <a:fontScheme name="Manrope ExtraBold +Lato">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自定义 57">
      <a:dk1>
        <a:srgbClr val="000000"/>
      </a:dk1>
      <a:lt1>
        <a:srgbClr val="FFFFFF"/>
      </a:lt1>
      <a:dk2>
        <a:srgbClr val="421B00"/>
      </a:dk2>
      <a:lt2>
        <a:srgbClr val="FFF0E7"/>
      </a:lt2>
      <a:accent1>
        <a:srgbClr val="FF6600"/>
      </a:accent1>
      <a:accent2>
        <a:srgbClr val="53A6EB"/>
      </a:accent2>
      <a:accent3>
        <a:srgbClr val="45CB98"/>
      </a:accent3>
      <a:accent4>
        <a:srgbClr val="FFB03B"/>
      </a:accent4>
      <a:accent5>
        <a:srgbClr val="EC5E3C"/>
      </a:accent5>
      <a:accent6>
        <a:srgbClr val="EC4A7C"/>
      </a:accent6>
      <a:hlink>
        <a:srgbClr val="0563C1"/>
      </a:hlink>
      <a:folHlink>
        <a:srgbClr val="954D72"/>
      </a:folHlink>
    </a:clrScheme>
    <a:fontScheme name="Manrope ExtraBold +Lato">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自定义 57">
      <a:dk1>
        <a:srgbClr val="000000"/>
      </a:dk1>
      <a:lt1>
        <a:srgbClr val="FFFFFF"/>
      </a:lt1>
      <a:dk2>
        <a:srgbClr val="421B00"/>
      </a:dk2>
      <a:lt2>
        <a:srgbClr val="FFF0E7"/>
      </a:lt2>
      <a:accent1>
        <a:srgbClr val="FF6600"/>
      </a:accent1>
      <a:accent2>
        <a:srgbClr val="53A6EB"/>
      </a:accent2>
      <a:accent3>
        <a:srgbClr val="45CB98"/>
      </a:accent3>
      <a:accent4>
        <a:srgbClr val="FFB03B"/>
      </a:accent4>
      <a:accent5>
        <a:srgbClr val="EC5E3C"/>
      </a:accent5>
      <a:accent6>
        <a:srgbClr val="EC4A7C"/>
      </a:accent6>
      <a:hlink>
        <a:srgbClr val="0563C1"/>
      </a:hlink>
      <a:folHlink>
        <a:srgbClr val="954D72"/>
      </a:folHlink>
    </a:clrScheme>
    <a:fontScheme name="Manrope ExtraBold +Lato">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Theme">
  <a:themeElements>
    <a:clrScheme name="自定义 57">
      <a:dk1>
        <a:srgbClr val="000000"/>
      </a:dk1>
      <a:lt1>
        <a:srgbClr val="FFFFFF"/>
      </a:lt1>
      <a:dk2>
        <a:srgbClr val="421B00"/>
      </a:dk2>
      <a:lt2>
        <a:srgbClr val="FFF0E7"/>
      </a:lt2>
      <a:accent1>
        <a:srgbClr val="FF6600"/>
      </a:accent1>
      <a:accent2>
        <a:srgbClr val="53A6EB"/>
      </a:accent2>
      <a:accent3>
        <a:srgbClr val="45CB98"/>
      </a:accent3>
      <a:accent4>
        <a:srgbClr val="FFB03B"/>
      </a:accent4>
      <a:accent5>
        <a:srgbClr val="EC5E3C"/>
      </a:accent5>
      <a:accent6>
        <a:srgbClr val="EC4A7C"/>
      </a:accent6>
      <a:hlink>
        <a:srgbClr val="0563C1"/>
      </a:hlink>
      <a:folHlink>
        <a:srgbClr val="954D72"/>
      </a:folHlink>
    </a:clrScheme>
    <a:fontScheme name="Manrope ExtraBold +Lato">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2999</Words>
  <Application>WPS Presentation</Application>
  <PresentationFormat>Widescreen</PresentationFormat>
  <Paragraphs>194</Paragraphs>
  <Slides>15</Slides>
  <Notes>0</Notes>
  <HiddenSlides>0</HiddenSlides>
  <MMClips>0</MMClips>
  <ScaleCrop>false</ScaleCrop>
  <HeadingPairs>
    <vt:vector size="6" baseType="variant">
      <vt:variant>
        <vt:lpstr>已用的字体</vt:lpstr>
      </vt:variant>
      <vt:variant>
        <vt:i4>10</vt:i4>
      </vt:variant>
      <vt:variant>
        <vt:lpstr>主题</vt:lpstr>
      </vt:variant>
      <vt:variant>
        <vt:i4>7</vt:i4>
      </vt:variant>
      <vt:variant>
        <vt:lpstr>幻灯片标题</vt:lpstr>
      </vt:variant>
      <vt:variant>
        <vt:i4>15</vt:i4>
      </vt:variant>
    </vt:vector>
  </HeadingPairs>
  <TitlesOfParts>
    <vt:vector size="32" baseType="lpstr">
      <vt:lpstr>Arial</vt:lpstr>
      <vt:lpstr>SimSun</vt:lpstr>
      <vt:lpstr>Wingdings</vt:lpstr>
      <vt:lpstr>Arial Unicode MS</vt:lpstr>
      <vt:lpstr>Calibri Light</vt:lpstr>
      <vt:lpstr>Calibri</vt:lpstr>
      <vt:lpstr>Microsoft YaHei</vt:lpstr>
      <vt:lpstr>Wingdings</vt:lpstr>
      <vt:lpstr>Lato</vt:lpstr>
      <vt:lpstr>Manrope ExtraBold</vt:lpstr>
      <vt:lpstr>Office Theme</vt:lpstr>
      <vt:lpstr>1_Office Theme</vt:lpstr>
      <vt:lpstr>2_Office Theme</vt:lpstr>
      <vt:lpstr>3_Office Theme</vt:lpstr>
      <vt:lpstr>4_Office Theme</vt:lpstr>
      <vt:lpstr>5_Office Theme</vt:lpstr>
      <vt:lpstr>6_Office Theme</vt:lpstr>
      <vt:lpstr>Database Design</vt:lpstr>
      <vt:lpstr>PowerPoint 演示文稿</vt:lpstr>
      <vt:lpstr>Database Design Overview</vt:lpstr>
      <vt:lpstr>Purpose and Objectives</vt:lpstr>
      <vt:lpstr>Key Components</vt:lpstr>
      <vt:lpstr>Database Structure</vt:lpstr>
      <vt:lpstr>Data Model</vt:lpstr>
      <vt:lpstr>PowerPoint 演示文稿</vt:lpstr>
      <vt:lpstr>Tables and Relationships</vt:lpstr>
      <vt:lpstr>Database Management</vt:lpstr>
      <vt:lpstr>Administration and Maintenance</vt:lpstr>
      <vt:lpstr>PowerPoint 演示文稿</vt:lpstr>
      <vt:lpstr>Backup and Recovery</vt:lpstr>
      <vt:lpstr>Backup and Recovery</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andan</dc:creator>
  <cp:lastModifiedBy>Hi I'm Licht</cp:lastModifiedBy>
  <cp:revision>10</cp:revision>
  <dcterms:created xsi:type="dcterms:W3CDTF">2025-07-23T00:59:00Z</dcterms:created>
  <dcterms:modified xsi:type="dcterms:W3CDTF">2025-09-26T10:47:07Z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A7B47356EB4F43D599A37DA405650781_11</vt:lpwstr>
  </property>
  <property fmtid="{D5CDD505-2E9C-101B-9397-08002B2CF9AE}" pid="3" name="KSOProductBuildVer">
    <vt:lpwstr>1033-12.2.0.22549</vt:lpwstr>
  </property>
</Properties>
</file>